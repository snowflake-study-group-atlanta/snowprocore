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65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79" autoAdjust="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150F8E-FC74-464C-9986-15598BFA049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1F23D63-4BB3-4BE1-9287-1E0FB8AC159E}">
      <dgm:prSet/>
      <dgm:spPr/>
      <dgm:t>
        <a:bodyPr/>
        <a:lstStyle/>
        <a:p>
          <a:r>
            <a:rPr lang="en-US" dirty="0"/>
            <a:t>Switch it up:</a:t>
          </a:r>
        </a:p>
        <a:p>
          <a:r>
            <a:rPr lang="en-US" dirty="0"/>
            <a:t>Use videos, documentation, hands-on practice, and podcasts.</a:t>
          </a:r>
        </a:p>
      </dgm:t>
    </dgm:pt>
    <dgm:pt modelId="{CD33063C-623E-47EB-9263-0D4CA6A8922A}" type="parTrans" cxnId="{88E84910-3A40-4F00-AA09-8F6141C2CFB0}">
      <dgm:prSet/>
      <dgm:spPr/>
      <dgm:t>
        <a:bodyPr/>
        <a:lstStyle/>
        <a:p>
          <a:endParaRPr lang="en-US"/>
        </a:p>
      </dgm:t>
    </dgm:pt>
    <dgm:pt modelId="{658E418B-AC8A-4C15-970D-13270636C5B3}" type="sibTrans" cxnId="{88E84910-3A40-4F00-AA09-8F6141C2CFB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A2941E6-86EC-4F38-972A-B54911E8C1E2}">
      <dgm:prSet/>
      <dgm:spPr/>
      <dgm:t>
        <a:bodyPr/>
        <a:lstStyle/>
        <a:p>
          <a:r>
            <a:rPr lang="en-US" dirty="0"/>
            <a:t>Study time:</a:t>
          </a:r>
        </a:p>
        <a:p>
          <a:r>
            <a:rPr lang="en-US" dirty="0"/>
            <a:t>Use time between meetings to supplement</a:t>
          </a:r>
        </a:p>
      </dgm:t>
    </dgm:pt>
    <dgm:pt modelId="{2DFF02FB-E349-4078-8DB7-956722046123}" type="parTrans" cxnId="{7590A529-6ABC-4FAF-A37F-A5D7F199B42C}">
      <dgm:prSet/>
      <dgm:spPr/>
      <dgm:t>
        <a:bodyPr/>
        <a:lstStyle/>
        <a:p>
          <a:endParaRPr lang="en-US"/>
        </a:p>
      </dgm:t>
    </dgm:pt>
    <dgm:pt modelId="{F4420EF7-B768-4B8C-8116-9FEBA307E00F}" type="sibTrans" cxnId="{7590A529-6ABC-4FAF-A37F-A5D7F199B42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CEAE732-3E5E-4BE7-A87B-02CE8D369DF4}">
      <dgm:prSet/>
      <dgm:spPr/>
      <dgm:t>
        <a:bodyPr/>
        <a:lstStyle/>
        <a:p>
          <a:r>
            <a:rPr lang="en-US" dirty="0"/>
            <a:t>Meet regularly:</a:t>
          </a:r>
        </a:p>
        <a:p>
          <a:r>
            <a:rPr lang="en-US" dirty="0"/>
            <a:t>Monthly cadence to cover highlights for discussion.</a:t>
          </a:r>
        </a:p>
      </dgm:t>
    </dgm:pt>
    <dgm:pt modelId="{2003B8C6-D576-4437-9F53-427DB6144489}" type="parTrans" cxnId="{7C2E8E9B-4056-414A-BC9B-20AC8E8A1C72}">
      <dgm:prSet/>
      <dgm:spPr/>
      <dgm:t>
        <a:bodyPr/>
        <a:lstStyle/>
        <a:p>
          <a:endParaRPr lang="en-US"/>
        </a:p>
      </dgm:t>
    </dgm:pt>
    <dgm:pt modelId="{48D49B61-1DCD-4F4B-855A-19EB291B3312}" type="sibTrans" cxnId="{7C2E8E9B-4056-414A-BC9B-20AC8E8A1C7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76A07A8-0532-49BB-BCCC-78F88D81B42E}" type="pres">
      <dgm:prSet presAssocID="{6E150F8E-FC74-464C-9986-15598BFA0492}" presName="Name0" presStyleCnt="0">
        <dgm:presLayoutVars>
          <dgm:animLvl val="lvl"/>
          <dgm:resizeHandles val="exact"/>
        </dgm:presLayoutVars>
      </dgm:prSet>
      <dgm:spPr/>
    </dgm:pt>
    <dgm:pt modelId="{8F99469C-451E-4918-9D65-7D90EA4C9372}" type="pres">
      <dgm:prSet presAssocID="{DCEAE732-3E5E-4BE7-A87B-02CE8D369DF4}" presName="compositeNode" presStyleCnt="0">
        <dgm:presLayoutVars>
          <dgm:bulletEnabled val="1"/>
        </dgm:presLayoutVars>
      </dgm:prSet>
      <dgm:spPr/>
    </dgm:pt>
    <dgm:pt modelId="{EE170158-B173-421F-93C1-D2508906A6B5}" type="pres">
      <dgm:prSet presAssocID="{DCEAE732-3E5E-4BE7-A87B-02CE8D369DF4}" presName="bgRect" presStyleLbl="alignNode1" presStyleIdx="0" presStyleCnt="3"/>
      <dgm:spPr/>
    </dgm:pt>
    <dgm:pt modelId="{F2392FD2-2A17-46D0-9FD7-25FFEFE3A84F}" type="pres">
      <dgm:prSet presAssocID="{48D49B61-1DCD-4F4B-855A-19EB291B3312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D23BE280-2F88-4139-A7B1-C72C9906627B}" type="pres">
      <dgm:prSet presAssocID="{DCEAE732-3E5E-4BE7-A87B-02CE8D369DF4}" presName="nodeRect" presStyleLbl="alignNode1" presStyleIdx="0" presStyleCnt="3">
        <dgm:presLayoutVars>
          <dgm:bulletEnabled val="1"/>
        </dgm:presLayoutVars>
      </dgm:prSet>
      <dgm:spPr/>
    </dgm:pt>
    <dgm:pt modelId="{E3D2C198-0EF6-46B2-917B-AE1FAA8DF5C9}" type="pres">
      <dgm:prSet presAssocID="{48D49B61-1DCD-4F4B-855A-19EB291B3312}" presName="sibTrans" presStyleCnt="0"/>
      <dgm:spPr/>
    </dgm:pt>
    <dgm:pt modelId="{193A7820-04AD-4C80-A34B-2109FC9B5CDA}" type="pres">
      <dgm:prSet presAssocID="{EA2941E6-86EC-4F38-972A-B54911E8C1E2}" presName="compositeNode" presStyleCnt="0">
        <dgm:presLayoutVars>
          <dgm:bulletEnabled val="1"/>
        </dgm:presLayoutVars>
      </dgm:prSet>
      <dgm:spPr/>
    </dgm:pt>
    <dgm:pt modelId="{F21EFCC5-9E08-4E15-9F03-8E07E1C59B81}" type="pres">
      <dgm:prSet presAssocID="{EA2941E6-86EC-4F38-972A-B54911E8C1E2}" presName="bgRect" presStyleLbl="alignNode1" presStyleIdx="1" presStyleCnt="3"/>
      <dgm:spPr/>
    </dgm:pt>
    <dgm:pt modelId="{00E28F1B-9A9B-4564-AA6B-49C3720E842C}" type="pres">
      <dgm:prSet presAssocID="{F4420EF7-B768-4B8C-8116-9FEBA307E00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33E9430-13A5-4679-AFF6-356C89C602C0}" type="pres">
      <dgm:prSet presAssocID="{EA2941E6-86EC-4F38-972A-B54911E8C1E2}" presName="nodeRect" presStyleLbl="alignNode1" presStyleIdx="1" presStyleCnt="3">
        <dgm:presLayoutVars>
          <dgm:bulletEnabled val="1"/>
        </dgm:presLayoutVars>
      </dgm:prSet>
      <dgm:spPr/>
    </dgm:pt>
    <dgm:pt modelId="{FFDEC3B4-BBF6-4EB3-B467-AA4FC0E3F5F1}" type="pres">
      <dgm:prSet presAssocID="{F4420EF7-B768-4B8C-8116-9FEBA307E00F}" presName="sibTrans" presStyleCnt="0"/>
      <dgm:spPr/>
    </dgm:pt>
    <dgm:pt modelId="{B5448DFF-5196-4671-8FE5-A163EA170B3E}" type="pres">
      <dgm:prSet presAssocID="{D1F23D63-4BB3-4BE1-9287-1E0FB8AC159E}" presName="compositeNode" presStyleCnt="0">
        <dgm:presLayoutVars>
          <dgm:bulletEnabled val="1"/>
        </dgm:presLayoutVars>
      </dgm:prSet>
      <dgm:spPr/>
    </dgm:pt>
    <dgm:pt modelId="{F9567988-D7D6-45BF-B032-2A8E78DB2AAD}" type="pres">
      <dgm:prSet presAssocID="{D1F23D63-4BB3-4BE1-9287-1E0FB8AC159E}" presName="bgRect" presStyleLbl="alignNode1" presStyleIdx="2" presStyleCnt="3"/>
      <dgm:spPr/>
    </dgm:pt>
    <dgm:pt modelId="{8DF78A41-764B-47EA-98FE-C3F5C7B82A09}" type="pres">
      <dgm:prSet presAssocID="{658E418B-AC8A-4C15-970D-13270636C5B3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2813772D-4E16-43C1-B06B-FDCD0E145D96}" type="pres">
      <dgm:prSet presAssocID="{D1F23D63-4BB3-4BE1-9287-1E0FB8AC159E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C9CD820B-61AE-49DF-BC64-01A61D6E032E}" type="presOf" srcId="{DCEAE732-3E5E-4BE7-A87B-02CE8D369DF4}" destId="{EE170158-B173-421F-93C1-D2508906A6B5}" srcOrd="0" destOrd="0" presId="urn:microsoft.com/office/officeart/2016/7/layout/LinearBlockProcessNumbered"/>
    <dgm:cxn modelId="{88E84910-3A40-4F00-AA09-8F6141C2CFB0}" srcId="{6E150F8E-FC74-464C-9986-15598BFA0492}" destId="{D1F23D63-4BB3-4BE1-9287-1E0FB8AC159E}" srcOrd="2" destOrd="0" parTransId="{CD33063C-623E-47EB-9263-0D4CA6A8922A}" sibTransId="{658E418B-AC8A-4C15-970D-13270636C5B3}"/>
    <dgm:cxn modelId="{7590A529-6ABC-4FAF-A37F-A5D7F199B42C}" srcId="{6E150F8E-FC74-464C-9986-15598BFA0492}" destId="{EA2941E6-86EC-4F38-972A-B54911E8C1E2}" srcOrd="1" destOrd="0" parTransId="{2DFF02FB-E349-4078-8DB7-956722046123}" sibTransId="{F4420EF7-B768-4B8C-8116-9FEBA307E00F}"/>
    <dgm:cxn modelId="{5E367463-6692-4E1A-BDE4-B10DB8E0818F}" type="presOf" srcId="{D1F23D63-4BB3-4BE1-9287-1E0FB8AC159E}" destId="{F9567988-D7D6-45BF-B032-2A8E78DB2AAD}" srcOrd="0" destOrd="0" presId="urn:microsoft.com/office/officeart/2016/7/layout/LinearBlockProcessNumbered"/>
    <dgm:cxn modelId="{3A3A014F-1DEE-450A-9D6D-DFB3FBD1CA10}" type="presOf" srcId="{658E418B-AC8A-4C15-970D-13270636C5B3}" destId="{8DF78A41-764B-47EA-98FE-C3F5C7B82A09}" srcOrd="0" destOrd="0" presId="urn:microsoft.com/office/officeart/2016/7/layout/LinearBlockProcessNumbered"/>
    <dgm:cxn modelId="{BE45A353-138E-4E32-B472-89D4A61757E2}" type="presOf" srcId="{DCEAE732-3E5E-4BE7-A87B-02CE8D369DF4}" destId="{D23BE280-2F88-4139-A7B1-C72C9906627B}" srcOrd="1" destOrd="0" presId="urn:microsoft.com/office/officeart/2016/7/layout/LinearBlockProcessNumbered"/>
    <dgm:cxn modelId="{9B281376-0E10-4C63-BCF4-E4EF5E3DA58B}" type="presOf" srcId="{6E150F8E-FC74-464C-9986-15598BFA0492}" destId="{976A07A8-0532-49BB-BCCC-78F88D81B42E}" srcOrd="0" destOrd="0" presId="urn:microsoft.com/office/officeart/2016/7/layout/LinearBlockProcessNumbered"/>
    <dgm:cxn modelId="{CB47F877-C7C8-415E-9BA4-A18C4FABCFC7}" type="presOf" srcId="{EA2941E6-86EC-4F38-972A-B54911E8C1E2}" destId="{233E9430-13A5-4679-AFF6-356C89C602C0}" srcOrd="1" destOrd="0" presId="urn:microsoft.com/office/officeart/2016/7/layout/LinearBlockProcessNumbered"/>
    <dgm:cxn modelId="{7C2E8E9B-4056-414A-BC9B-20AC8E8A1C72}" srcId="{6E150F8E-FC74-464C-9986-15598BFA0492}" destId="{DCEAE732-3E5E-4BE7-A87B-02CE8D369DF4}" srcOrd="0" destOrd="0" parTransId="{2003B8C6-D576-4437-9F53-427DB6144489}" sibTransId="{48D49B61-1DCD-4F4B-855A-19EB291B3312}"/>
    <dgm:cxn modelId="{F2F60CA7-6D8D-4AAC-BD04-E90EA8D1E729}" type="presOf" srcId="{F4420EF7-B768-4B8C-8116-9FEBA307E00F}" destId="{00E28F1B-9A9B-4564-AA6B-49C3720E842C}" srcOrd="0" destOrd="0" presId="urn:microsoft.com/office/officeart/2016/7/layout/LinearBlockProcessNumbered"/>
    <dgm:cxn modelId="{3EE70CD6-DBF6-4FE7-B715-FE7E205C9681}" type="presOf" srcId="{EA2941E6-86EC-4F38-972A-B54911E8C1E2}" destId="{F21EFCC5-9E08-4E15-9F03-8E07E1C59B81}" srcOrd="0" destOrd="0" presId="urn:microsoft.com/office/officeart/2016/7/layout/LinearBlockProcessNumbered"/>
    <dgm:cxn modelId="{83164BDA-FD9B-41D4-A864-D3CF262A020C}" type="presOf" srcId="{D1F23D63-4BB3-4BE1-9287-1E0FB8AC159E}" destId="{2813772D-4E16-43C1-B06B-FDCD0E145D96}" srcOrd="1" destOrd="0" presId="urn:microsoft.com/office/officeart/2016/7/layout/LinearBlockProcessNumbered"/>
    <dgm:cxn modelId="{C9E0E1FF-625A-44B8-B272-6CE88D10E0CD}" type="presOf" srcId="{48D49B61-1DCD-4F4B-855A-19EB291B3312}" destId="{F2392FD2-2A17-46D0-9FD7-25FFEFE3A84F}" srcOrd="0" destOrd="0" presId="urn:microsoft.com/office/officeart/2016/7/layout/LinearBlockProcessNumbered"/>
    <dgm:cxn modelId="{20ADFB85-E71B-43B8-8CA0-32E314F04B91}" type="presParOf" srcId="{976A07A8-0532-49BB-BCCC-78F88D81B42E}" destId="{8F99469C-451E-4918-9D65-7D90EA4C9372}" srcOrd="0" destOrd="0" presId="urn:microsoft.com/office/officeart/2016/7/layout/LinearBlockProcessNumbered"/>
    <dgm:cxn modelId="{F6A43FDC-3D2D-4087-A541-CB7EE04B6EF6}" type="presParOf" srcId="{8F99469C-451E-4918-9D65-7D90EA4C9372}" destId="{EE170158-B173-421F-93C1-D2508906A6B5}" srcOrd="0" destOrd="0" presId="urn:microsoft.com/office/officeart/2016/7/layout/LinearBlockProcessNumbered"/>
    <dgm:cxn modelId="{45F83804-6783-468A-9ED0-D3F416EE178D}" type="presParOf" srcId="{8F99469C-451E-4918-9D65-7D90EA4C9372}" destId="{F2392FD2-2A17-46D0-9FD7-25FFEFE3A84F}" srcOrd="1" destOrd="0" presId="urn:microsoft.com/office/officeart/2016/7/layout/LinearBlockProcessNumbered"/>
    <dgm:cxn modelId="{974E745B-1697-4367-8834-FB425DFFA891}" type="presParOf" srcId="{8F99469C-451E-4918-9D65-7D90EA4C9372}" destId="{D23BE280-2F88-4139-A7B1-C72C9906627B}" srcOrd="2" destOrd="0" presId="urn:microsoft.com/office/officeart/2016/7/layout/LinearBlockProcessNumbered"/>
    <dgm:cxn modelId="{2CC9AADF-F974-4A00-81AC-BCEFDFAA310D}" type="presParOf" srcId="{976A07A8-0532-49BB-BCCC-78F88D81B42E}" destId="{E3D2C198-0EF6-46B2-917B-AE1FAA8DF5C9}" srcOrd="1" destOrd="0" presId="urn:microsoft.com/office/officeart/2016/7/layout/LinearBlockProcessNumbered"/>
    <dgm:cxn modelId="{F3FFB487-1E87-4994-8101-BCBAAB2A0A6F}" type="presParOf" srcId="{976A07A8-0532-49BB-BCCC-78F88D81B42E}" destId="{193A7820-04AD-4C80-A34B-2109FC9B5CDA}" srcOrd="2" destOrd="0" presId="urn:microsoft.com/office/officeart/2016/7/layout/LinearBlockProcessNumbered"/>
    <dgm:cxn modelId="{6EC083A9-9263-4506-99B7-92818C05886A}" type="presParOf" srcId="{193A7820-04AD-4C80-A34B-2109FC9B5CDA}" destId="{F21EFCC5-9E08-4E15-9F03-8E07E1C59B81}" srcOrd="0" destOrd="0" presId="urn:microsoft.com/office/officeart/2016/7/layout/LinearBlockProcessNumbered"/>
    <dgm:cxn modelId="{FE627EF0-DA89-43D6-A597-457629EA5D84}" type="presParOf" srcId="{193A7820-04AD-4C80-A34B-2109FC9B5CDA}" destId="{00E28F1B-9A9B-4564-AA6B-49C3720E842C}" srcOrd="1" destOrd="0" presId="urn:microsoft.com/office/officeart/2016/7/layout/LinearBlockProcessNumbered"/>
    <dgm:cxn modelId="{1A67EF94-9838-48F8-BA43-4917E122F2E1}" type="presParOf" srcId="{193A7820-04AD-4C80-A34B-2109FC9B5CDA}" destId="{233E9430-13A5-4679-AFF6-356C89C602C0}" srcOrd="2" destOrd="0" presId="urn:microsoft.com/office/officeart/2016/7/layout/LinearBlockProcessNumbered"/>
    <dgm:cxn modelId="{82A751C5-3B13-43BC-86D1-567850A836B3}" type="presParOf" srcId="{976A07A8-0532-49BB-BCCC-78F88D81B42E}" destId="{FFDEC3B4-BBF6-4EB3-B467-AA4FC0E3F5F1}" srcOrd="3" destOrd="0" presId="urn:microsoft.com/office/officeart/2016/7/layout/LinearBlockProcessNumbered"/>
    <dgm:cxn modelId="{242D9981-D0E6-4A18-B9BF-D8B14FADB080}" type="presParOf" srcId="{976A07A8-0532-49BB-BCCC-78F88D81B42E}" destId="{B5448DFF-5196-4671-8FE5-A163EA170B3E}" srcOrd="4" destOrd="0" presId="urn:microsoft.com/office/officeart/2016/7/layout/LinearBlockProcessNumbered"/>
    <dgm:cxn modelId="{65DE5DAF-A841-47EF-84C1-D944A9BB5C87}" type="presParOf" srcId="{B5448DFF-5196-4671-8FE5-A163EA170B3E}" destId="{F9567988-D7D6-45BF-B032-2A8E78DB2AAD}" srcOrd="0" destOrd="0" presId="urn:microsoft.com/office/officeart/2016/7/layout/LinearBlockProcessNumbered"/>
    <dgm:cxn modelId="{EEBA4ABB-921A-4DCA-80CE-B7D2C1890D65}" type="presParOf" srcId="{B5448DFF-5196-4671-8FE5-A163EA170B3E}" destId="{8DF78A41-764B-47EA-98FE-C3F5C7B82A09}" srcOrd="1" destOrd="0" presId="urn:microsoft.com/office/officeart/2016/7/layout/LinearBlockProcessNumbered"/>
    <dgm:cxn modelId="{0E9A2973-7816-4BAA-9AC5-201981D4F4CD}" type="presParOf" srcId="{B5448DFF-5196-4671-8FE5-A163EA170B3E}" destId="{2813772D-4E16-43C1-B06B-FDCD0E145D9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2A899C-4DA0-4A59-A5C3-93DCE27D8E3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46F889-1B76-4D3F-A8C2-A396A69C2963}">
      <dgm:prSet/>
      <dgm:spPr/>
      <dgm:t>
        <a:bodyPr/>
        <a:lstStyle/>
        <a:p>
          <a:r>
            <a:rPr lang="en-US" dirty="0" err="1"/>
            <a:t>Snowsight</a:t>
          </a:r>
          <a:r>
            <a:rPr lang="en-US" dirty="0"/>
            <a:t> – Modern web UI, your primary tool</a:t>
          </a:r>
        </a:p>
      </dgm:t>
    </dgm:pt>
    <dgm:pt modelId="{EB6182FE-B9E0-458A-A028-B367611434DA}" type="parTrans" cxnId="{D56B0E34-66C4-43B4-BC63-5C6F1B4606F8}">
      <dgm:prSet/>
      <dgm:spPr/>
      <dgm:t>
        <a:bodyPr/>
        <a:lstStyle/>
        <a:p>
          <a:endParaRPr lang="en-US"/>
        </a:p>
      </dgm:t>
    </dgm:pt>
    <dgm:pt modelId="{85BEA1EA-BEE4-40E0-8680-577282911506}" type="sibTrans" cxnId="{D56B0E34-66C4-43B4-BC63-5C6F1B4606F8}">
      <dgm:prSet/>
      <dgm:spPr/>
      <dgm:t>
        <a:bodyPr/>
        <a:lstStyle/>
        <a:p>
          <a:endParaRPr lang="en-US"/>
        </a:p>
      </dgm:t>
    </dgm:pt>
    <dgm:pt modelId="{11252178-35D6-4E29-A107-C6CD34F4835D}">
      <dgm:prSet/>
      <dgm:spPr/>
      <dgm:t>
        <a:bodyPr/>
        <a:lstStyle/>
        <a:p>
          <a:r>
            <a:rPr lang="en-US"/>
            <a:t>SnowSQL – command-line</a:t>
          </a:r>
        </a:p>
      </dgm:t>
    </dgm:pt>
    <dgm:pt modelId="{4606EEEC-1AB7-4468-8730-C5C58EDBC1FE}" type="parTrans" cxnId="{D7302CE0-22A8-4754-9774-B4A89CED2E99}">
      <dgm:prSet/>
      <dgm:spPr/>
      <dgm:t>
        <a:bodyPr/>
        <a:lstStyle/>
        <a:p>
          <a:endParaRPr lang="en-US"/>
        </a:p>
      </dgm:t>
    </dgm:pt>
    <dgm:pt modelId="{840FDDF0-01D6-49FD-896D-2137D18D201A}" type="sibTrans" cxnId="{D7302CE0-22A8-4754-9774-B4A89CED2E99}">
      <dgm:prSet/>
      <dgm:spPr/>
      <dgm:t>
        <a:bodyPr/>
        <a:lstStyle/>
        <a:p>
          <a:endParaRPr lang="en-US"/>
        </a:p>
      </dgm:t>
    </dgm:pt>
    <dgm:pt modelId="{622FB765-9941-4CD1-9B11-7D1C98243B79}">
      <dgm:prSet/>
      <dgm:spPr/>
      <dgm:t>
        <a:bodyPr/>
        <a:lstStyle/>
        <a:p>
          <a:r>
            <a:rPr lang="en-US"/>
            <a:t>SnowCD – Snowflake connectivity diagnostic</a:t>
          </a:r>
        </a:p>
      </dgm:t>
    </dgm:pt>
    <dgm:pt modelId="{68D3A2C3-9E95-45AA-BB46-F683BA15A5B7}" type="parTrans" cxnId="{97A30F8C-A0DF-4391-99F4-D61545C5F75F}">
      <dgm:prSet/>
      <dgm:spPr/>
      <dgm:t>
        <a:bodyPr/>
        <a:lstStyle/>
        <a:p>
          <a:endParaRPr lang="en-US"/>
        </a:p>
      </dgm:t>
    </dgm:pt>
    <dgm:pt modelId="{23FE71AE-DE05-40F7-8D33-91DB32C2A498}" type="sibTrans" cxnId="{97A30F8C-A0DF-4391-99F4-D61545C5F75F}">
      <dgm:prSet/>
      <dgm:spPr/>
      <dgm:t>
        <a:bodyPr/>
        <a:lstStyle/>
        <a:p>
          <a:endParaRPr lang="en-US"/>
        </a:p>
      </dgm:t>
    </dgm:pt>
    <dgm:pt modelId="{AD03E578-ABF0-4FF7-A73C-CEA8802B4699}">
      <dgm:prSet/>
      <dgm:spPr/>
      <dgm:t>
        <a:bodyPr/>
        <a:lstStyle/>
        <a:p>
          <a:r>
            <a:rPr lang="en-US"/>
            <a:t>Streamlit – Framework for Python-based web apps</a:t>
          </a:r>
        </a:p>
      </dgm:t>
    </dgm:pt>
    <dgm:pt modelId="{C467635E-F283-43B3-BA5D-5FC1FFE296D1}" type="parTrans" cxnId="{543E4808-742F-451E-B5F4-3E6FA56C01F5}">
      <dgm:prSet/>
      <dgm:spPr/>
      <dgm:t>
        <a:bodyPr/>
        <a:lstStyle/>
        <a:p>
          <a:endParaRPr lang="en-US"/>
        </a:p>
      </dgm:t>
    </dgm:pt>
    <dgm:pt modelId="{AB981D13-89EE-49C4-8843-E5DF73DF0C37}" type="sibTrans" cxnId="{543E4808-742F-451E-B5F4-3E6FA56C01F5}">
      <dgm:prSet/>
      <dgm:spPr/>
      <dgm:t>
        <a:bodyPr/>
        <a:lstStyle/>
        <a:p>
          <a:endParaRPr lang="en-US"/>
        </a:p>
      </dgm:t>
    </dgm:pt>
    <dgm:pt modelId="{6603AD1E-5321-4D5E-8736-9DEEF8FD086D}">
      <dgm:prSet/>
      <dgm:spPr/>
      <dgm:t>
        <a:bodyPr/>
        <a:lstStyle/>
        <a:p>
          <a:r>
            <a:rPr lang="en-US"/>
            <a:t>Snowpark – Framework in Snowflake Data Cloud for Java, Scala, and Python</a:t>
          </a:r>
        </a:p>
      </dgm:t>
    </dgm:pt>
    <dgm:pt modelId="{55F18250-1BB5-4BD5-B8DE-3EBBE613F71C}" type="parTrans" cxnId="{AC64CD79-CD28-4CD8-84C4-A654E72E59BF}">
      <dgm:prSet/>
      <dgm:spPr/>
      <dgm:t>
        <a:bodyPr/>
        <a:lstStyle/>
        <a:p>
          <a:endParaRPr lang="en-US"/>
        </a:p>
      </dgm:t>
    </dgm:pt>
    <dgm:pt modelId="{79FC0CE0-B82D-4535-B8DB-19C778E77531}" type="sibTrans" cxnId="{AC64CD79-CD28-4CD8-84C4-A654E72E59BF}">
      <dgm:prSet/>
      <dgm:spPr/>
      <dgm:t>
        <a:bodyPr/>
        <a:lstStyle/>
        <a:p>
          <a:endParaRPr lang="en-US"/>
        </a:p>
      </dgm:t>
    </dgm:pt>
    <dgm:pt modelId="{D8377C3B-16D7-4213-BA47-B516C8B9DB73}">
      <dgm:prSet/>
      <dgm:spPr/>
      <dgm:t>
        <a:bodyPr/>
        <a:lstStyle/>
        <a:p>
          <a:r>
            <a:rPr lang="en-US"/>
            <a:t>Cortex – Managed AI/ML services</a:t>
          </a:r>
        </a:p>
      </dgm:t>
    </dgm:pt>
    <dgm:pt modelId="{A7E23C9E-9AA9-4287-B61C-B6D072191C4A}" type="parTrans" cxnId="{E70C6255-2A7B-4F47-91EF-2BA5570B743F}">
      <dgm:prSet/>
      <dgm:spPr/>
      <dgm:t>
        <a:bodyPr/>
        <a:lstStyle/>
        <a:p>
          <a:endParaRPr lang="en-US"/>
        </a:p>
      </dgm:t>
    </dgm:pt>
    <dgm:pt modelId="{DF5A15B4-55D6-4C81-B5AE-DD42D1B9D7D6}" type="sibTrans" cxnId="{E70C6255-2A7B-4F47-91EF-2BA5570B743F}">
      <dgm:prSet/>
      <dgm:spPr/>
      <dgm:t>
        <a:bodyPr/>
        <a:lstStyle/>
        <a:p>
          <a:endParaRPr lang="en-US"/>
        </a:p>
      </dgm:t>
    </dgm:pt>
    <dgm:pt modelId="{6ECA8D3F-AC17-4A2E-BD5B-962539DE993C}">
      <dgm:prSet/>
      <dgm:spPr/>
      <dgm:t>
        <a:bodyPr/>
        <a:lstStyle/>
        <a:p>
          <a:r>
            <a:rPr lang="en-US" dirty="0"/>
            <a:t>Drivers + connectors – drivers handle the plumbing, connectors wrap them</a:t>
          </a:r>
        </a:p>
      </dgm:t>
    </dgm:pt>
    <dgm:pt modelId="{E8542A56-84A9-4C5F-B177-71B6A6D1E93A}" type="parTrans" cxnId="{A1B8C576-6DDB-4F2E-91D4-C271369B76E2}">
      <dgm:prSet/>
      <dgm:spPr/>
      <dgm:t>
        <a:bodyPr/>
        <a:lstStyle/>
        <a:p>
          <a:endParaRPr lang="en-US"/>
        </a:p>
      </dgm:t>
    </dgm:pt>
    <dgm:pt modelId="{FD46CAA0-B43A-455B-89BC-32BE86B3D7AC}" type="sibTrans" cxnId="{A1B8C576-6DDB-4F2E-91D4-C271369B76E2}">
      <dgm:prSet/>
      <dgm:spPr/>
      <dgm:t>
        <a:bodyPr/>
        <a:lstStyle/>
        <a:p>
          <a:endParaRPr lang="en-US"/>
        </a:p>
      </dgm:t>
    </dgm:pt>
    <dgm:pt modelId="{FA5D2644-9094-4731-902A-F40A5CB41B3F}">
      <dgm:prSet/>
      <dgm:spPr/>
      <dgm:t>
        <a:bodyPr/>
        <a:lstStyle/>
        <a:p>
          <a:r>
            <a:rPr lang="en-US" dirty="0"/>
            <a:t>API – REST-based SQL</a:t>
          </a:r>
        </a:p>
      </dgm:t>
    </dgm:pt>
    <dgm:pt modelId="{79254C76-CD56-430F-9636-B3F2FB556F7F}" type="parTrans" cxnId="{461D3B7F-0746-4423-803E-B11923F86F30}">
      <dgm:prSet/>
      <dgm:spPr/>
      <dgm:t>
        <a:bodyPr/>
        <a:lstStyle/>
        <a:p>
          <a:endParaRPr lang="en-US"/>
        </a:p>
      </dgm:t>
    </dgm:pt>
    <dgm:pt modelId="{9436264D-4945-40D0-A430-59F784B398CA}" type="sibTrans" cxnId="{461D3B7F-0746-4423-803E-B11923F86F30}">
      <dgm:prSet/>
      <dgm:spPr/>
      <dgm:t>
        <a:bodyPr/>
        <a:lstStyle/>
        <a:p>
          <a:endParaRPr lang="en-US"/>
        </a:p>
      </dgm:t>
    </dgm:pt>
    <dgm:pt modelId="{D4E1A02E-66BF-487E-8DCB-1424400B87B8}" type="pres">
      <dgm:prSet presAssocID="{4C2A899C-4DA0-4A59-A5C3-93DCE27D8E34}" presName="Name0" presStyleCnt="0">
        <dgm:presLayoutVars>
          <dgm:dir/>
          <dgm:resizeHandles val="exact"/>
        </dgm:presLayoutVars>
      </dgm:prSet>
      <dgm:spPr/>
    </dgm:pt>
    <dgm:pt modelId="{22D1399B-2423-46F6-A39F-9AAF282ABA4C}" type="pres">
      <dgm:prSet presAssocID="{4746F889-1B76-4D3F-A8C2-A396A69C2963}" presName="node" presStyleLbl="node1" presStyleIdx="0" presStyleCnt="8">
        <dgm:presLayoutVars>
          <dgm:bulletEnabled val="1"/>
        </dgm:presLayoutVars>
      </dgm:prSet>
      <dgm:spPr/>
    </dgm:pt>
    <dgm:pt modelId="{C0D06868-5C85-4528-A429-7DC9601830C4}" type="pres">
      <dgm:prSet presAssocID="{85BEA1EA-BEE4-40E0-8680-577282911506}" presName="sibTrans" presStyleLbl="sibTrans1D1" presStyleIdx="0" presStyleCnt="7"/>
      <dgm:spPr/>
    </dgm:pt>
    <dgm:pt modelId="{B81A0BA7-5C1E-444E-B028-B8B075BDED60}" type="pres">
      <dgm:prSet presAssocID="{85BEA1EA-BEE4-40E0-8680-577282911506}" presName="connectorText" presStyleLbl="sibTrans1D1" presStyleIdx="0" presStyleCnt="7"/>
      <dgm:spPr/>
    </dgm:pt>
    <dgm:pt modelId="{7FC61B36-5910-45BE-97D9-77AB0A98D129}" type="pres">
      <dgm:prSet presAssocID="{11252178-35D6-4E29-A107-C6CD34F4835D}" presName="node" presStyleLbl="node1" presStyleIdx="1" presStyleCnt="8">
        <dgm:presLayoutVars>
          <dgm:bulletEnabled val="1"/>
        </dgm:presLayoutVars>
      </dgm:prSet>
      <dgm:spPr/>
    </dgm:pt>
    <dgm:pt modelId="{6F59DE58-7DED-4315-AD48-CB7BE55F85BD}" type="pres">
      <dgm:prSet presAssocID="{840FDDF0-01D6-49FD-896D-2137D18D201A}" presName="sibTrans" presStyleLbl="sibTrans1D1" presStyleIdx="1" presStyleCnt="7"/>
      <dgm:spPr/>
    </dgm:pt>
    <dgm:pt modelId="{22652242-41C4-429C-9B4F-CE20D222E3D8}" type="pres">
      <dgm:prSet presAssocID="{840FDDF0-01D6-49FD-896D-2137D18D201A}" presName="connectorText" presStyleLbl="sibTrans1D1" presStyleIdx="1" presStyleCnt="7"/>
      <dgm:spPr/>
    </dgm:pt>
    <dgm:pt modelId="{E1DA8E2F-1E4E-4FAB-83AC-37ABEA826724}" type="pres">
      <dgm:prSet presAssocID="{622FB765-9941-4CD1-9B11-7D1C98243B79}" presName="node" presStyleLbl="node1" presStyleIdx="2" presStyleCnt="8">
        <dgm:presLayoutVars>
          <dgm:bulletEnabled val="1"/>
        </dgm:presLayoutVars>
      </dgm:prSet>
      <dgm:spPr/>
    </dgm:pt>
    <dgm:pt modelId="{B4FA55E2-A34F-488E-AAB8-A9AE6D33A307}" type="pres">
      <dgm:prSet presAssocID="{23FE71AE-DE05-40F7-8D33-91DB32C2A498}" presName="sibTrans" presStyleLbl="sibTrans1D1" presStyleIdx="2" presStyleCnt="7"/>
      <dgm:spPr/>
    </dgm:pt>
    <dgm:pt modelId="{D31AF43E-9AC0-4687-8871-53CCB104B305}" type="pres">
      <dgm:prSet presAssocID="{23FE71AE-DE05-40F7-8D33-91DB32C2A498}" presName="connectorText" presStyleLbl="sibTrans1D1" presStyleIdx="2" presStyleCnt="7"/>
      <dgm:spPr/>
    </dgm:pt>
    <dgm:pt modelId="{DF5CE341-FB97-46C5-A228-5FB080FB8F55}" type="pres">
      <dgm:prSet presAssocID="{AD03E578-ABF0-4FF7-A73C-CEA8802B4699}" presName="node" presStyleLbl="node1" presStyleIdx="3" presStyleCnt="8">
        <dgm:presLayoutVars>
          <dgm:bulletEnabled val="1"/>
        </dgm:presLayoutVars>
      </dgm:prSet>
      <dgm:spPr/>
    </dgm:pt>
    <dgm:pt modelId="{979602EA-5C75-4C48-861A-844D498411B4}" type="pres">
      <dgm:prSet presAssocID="{AB981D13-89EE-49C4-8843-E5DF73DF0C37}" presName="sibTrans" presStyleLbl="sibTrans1D1" presStyleIdx="3" presStyleCnt="7"/>
      <dgm:spPr/>
    </dgm:pt>
    <dgm:pt modelId="{D2702C84-E8B6-4724-9781-6A05E0A0D2FD}" type="pres">
      <dgm:prSet presAssocID="{AB981D13-89EE-49C4-8843-E5DF73DF0C37}" presName="connectorText" presStyleLbl="sibTrans1D1" presStyleIdx="3" presStyleCnt="7"/>
      <dgm:spPr/>
    </dgm:pt>
    <dgm:pt modelId="{66651942-513C-4A52-B336-F31390EEACB7}" type="pres">
      <dgm:prSet presAssocID="{6603AD1E-5321-4D5E-8736-9DEEF8FD086D}" presName="node" presStyleLbl="node1" presStyleIdx="4" presStyleCnt="8">
        <dgm:presLayoutVars>
          <dgm:bulletEnabled val="1"/>
        </dgm:presLayoutVars>
      </dgm:prSet>
      <dgm:spPr/>
    </dgm:pt>
    <dgm:pt modelId="{F74857D7-F61C-4771-B459-CD3F727804D0}" type="pres">
      <dgm:prSet presAssocID="{79FC0CE0-B82D-4535-B8DB-19C778E77531}" presName="sibTrans" presStyleLbl="sibTrans1D1" presStyleIdx="4" presStyleCnt="7"/>
      <dgm:spPr/>
    </dgm:pt>
    <dgm:pt modelId="{35BA4D6F-8803-4956-B59D-15EC99E3842C}" type="pres">
      <dgm:prSet presAssocID="{79FC0CE0-B82D-4535-B8DB-19C778E77531}" presName="connectorText" presStyleLbl="sibTrans1D1" presStyleIdx="4" presStyleCnt="7"/>
      <dgm:spPr/>
    </dgm:pt>
    <dgm:pt modelId="{D2253CAC-D680-49F0-8718-CAFF545F0ADA}" type="pres">
      <dgm:prSet presAssocID="{D8377C3B-16D7-4213-BA47-B516C8B9DB73}" presName="node" presStyleLbl="node1" presStyleIdx="5" presStyleCnt="8">
        <dgm:presLayoutVars>
          <dgm:bulletEnabled val="1"/>
        </dgm:presLayoutVars>
      </dgm:prSet>
      <dgm:spPr/>
    </dgm:pt>
    <dgm:pt modelId="{2912C054-144F-49D1-A3B7-82601098E4D6}" type="pres">
      <dgm:prSet presAssocID="{DF5A15B4-55D6-4C81-B5AE-DD42D1B9D7D6}" presName="sibTrans" presStyleLbl="sibTrans1D1" presStyleIdx="5" presStyleCnt="7"/>
      <dgm:spPr/>
    </dgm:pt>
    <dgm:pt modelId="{54324678-7C99-4F58-9963-C479DF41A173}" type="pres">
      <dgm:prSet presAssocID="{DF5A15B4-55D6-4C81-B5AE-DD42D1B9D7D6}" presName="connectorText" presStyleLbl="sibTrans1D1" presStyleIdx="5" presStyleCnt="7"/>
      <dgm:spPr/>
    </dgm:pt>
    <dgm:pt modelId="{B85E2CEC-E721-4195-8DC8-D54E88C65BD5}" type="pres">
      <dgm:prSet presAssocID="{FA5D2644-9094-4731-902A-F40A5CB41B3F}" presName="node" presStyleLbl="node1" presStyleIdx="6" presStyleCnt="8">
        <dgm:presLayoutVars>
          <dgm:bulletEnabled val="1"/>
        </dgm:presLayoutVars>
      </dgm:prSet>
      <dgm:spPr/>
    </dgm:pt>
    <dgm:pt modelId="{10492B7F-381A-4793-94C5-DC1741E86E4F}" type="pres">
      <dgm:prSet presAssocID="{9436264D-4945-40D0-A430-59F784B398CA}" presName="sibTrans" presStyleLbl="sibTrans1D1" presStyleIdx="6" presStyleCnt="7"/>
      <dgm:spPr/>
    </dgm:pt>
    <dgm:pt modelId="{4D404B79-F16A-40B9-8B0A-BA3273244957}" type="pres">
      <dgm:prSet presAssocID="{9436264D-4945-40D0-A430-59F784B398CA}" presName="connectorText" presStyleLbl="sibTrans1D1" presStyleIdx="6" presStyleCnt="7"/>
      <dgm:spPr/>
    </dgm:pt>
    <dgm:pt modelId="{8B689E2F-B0EF-4C38-B8BD-B2BAE734E3FD}" type="pres">
      <dgm:prSet presAssocID="{6ECA8D3F-AC17-4A2E-BD5B-962539DE993C}" presName="node" presStyleLbl="node1" presStyleIdx="7" presStyleCnt="8">
        <dgm:presLayoutVars>
          <dgm:bulletEnabled val="1"/>
        </dgm:presLayoutVars>
      </dgm:prSet>
      <dgm:spPr/>
    </dgm:pt>
  </dgm:ptLst>
  <dgm:cxnLst>
    <dgm:cxn modelId="{1B8C0907-AE2C-4164-86B2-599D118C4CE0}" type="presOf" srcId="{840FDDF0-01D6-49FD-896D-2137D18D201A}" destId="{22652242-41C4-429C-9B4F-CE20D222E3D8}" srcOrd="1" destOrd="0" presId="urn:microsoft.com/office/officeart/2016/7/layout/RepeatingBendingProcessNew"/>
    <dgm:cxn modelId="{543E4808-742F-451E-B5F4-3E6FA56C01F5}" srcId="{4C2A899C-4DA0-4A59-A5C3-93DCE27D8E34}" destId="{AD03E578-ABF0-4FF7-A73C-CEA8802B4699}" srcOrd="3" destOrd="0" parTransId="{C467635E-F283-43B3-BA5D-5FC1FFE296D1}" sibTransId="{AB981D13-89EE-49C4-8843-E5DF73DF0C37}"/>
    <dgm:cxn modelId="{8614A30D-806A-42F6-A92E-7C65C5C21BE8}" type="presOf" srcId="{DF5A15B4-55D6-4C81-B5AE-DD42D1B9D7D6}" destId="{54324678-7C99-4F58-9963-C479DF41A173}" srcOrd="1" destOrd="0" presId="urn:microsoft.com/office/officeart/2016/7/layout/RepeatingBendingProcessNew"/>
    <dgm:cxn modelId="{A9DF940F-D027-4408-95D0-675FC3CD3E74}" type="presOf" srcId="{DF5A15B4-55D6-4C81-B5AE-DD42D1B9D7D6}" destId="{2912C054-144F-49D1-A3B7-82601098E4D6}" srcOrd="0" destOrd="0" presId="urn:microsoft.com/office/officeart/2016/7/layout/RepeatingBendingProcessNew"/>
    <dgm:cxn modelId="{B279D113-CB0A-4E58-A88D-B9C442F2441D}" type="presOf" srcId="{AB981D13-89EE-49C4-8843-E5DF73DF0C37}" destId="{D2702C84-E8B6-4724-9781-6A05E0A0D2FD}" srcOrd="1" destOrd="0" presId="urn:microsoft.com/office/officeart/2016/7/layout/RepeatingBendingProcessNew"/>
    <dgm:cxn modelId="{CC104C18-9862-466B-AAE1-34601E1F933B}" type="presOf" srcId="{840FDDF0-01D6-49FD-896D-2137D18D201A}" destId="{6F59DE58-7DED-4315-AD48-CB7BE55F85BD}" srcOrd="0" destOrd="0" presId="urn:microsoft.com/office/officeart/2016/7/layout/RepeatingBendingProcessNew"/>
    <dgm:cxn modelId="{12BE2C25-BDCC-4A68-9E36-A04D418243E9}" type="presOf" srcId="{622FB765-9941-4CD1-9B11-7D1C98243B79}" destId="{E1DA8E2F-1E4E-4FAB-83AC-37ABEA826724}" srcOrd="0" destOrd="0" presId="urn:microsoft.com/office/officeart/2016/7/layout/RepeatingBendingProcessNew"/>
    <dgm:cxn modelId="{D56B0E34-66C4-43B4-BC63-5C6F1B4606F8}" srcId="{4C2A899C-4DA0-4A59-A5C3-93DCE27D8E34}" destId="{4746F889-1B76-4D3F-A8C2-A396A69C2963}" srcOrd="0" destOrd="0" parTransId="{EB6182FE-B9E0-458A-A028-B367611434DA}" sibTransId="{85BEA1EA-BEE4-40E0-8680-577282911506}"/>
    <dgm:cxn modelId="{2A515D34-1368-42D4-BAE8-1E0A90F7F3B2}" type="presOf" srcId="{79FC0CE0-B82D-4535-B8DB-19C778E77531}" destId="{35BA4D6F-8803-4956-B59D-15EC99E3842C}" srcOrd="1" destOrd="0" presId="urn:microsoft.com/office/officeart/2016/7/layout/RepeatingBendingProcessNew"/>
    <dgm:cxn modelId="{8ADC2843-DB59-48D2-ABFE-E3430F050E34}" type="presOf" srcId="{FA5D2644-9094-4731-902A-F40A5CB41B3F}" destId="{B85E2CEC-E721-4195-8DC8-D54E88C65BD5}" srcOrd="0" destOrd="0" presId="urn:microsoft.com/office/officeart/2016/7/layout/RepeatingBendingProcessNew"/>
    <dgm:cxn modelId="{AD84D644-FDD1-41E9-91F6-533B237969C3}" type="presOf" srcId="{6603AD1E-5321-4D5E-8736-9DEEF8FD086D}" destId="{66651942-513C-4A52-B336-F31390EEACB7}" srcOrd="0" destOrd="0" presId="urn:microsoft.com/office/officeart/2016/7/layout/RepeatingBendingProcessNew"/>
    <dgm:cxn modelId="{87147266-9382-475C-ABDA-6D20A2DDBE33}" type="presOf" srcId="{85BEA1EA-BEE4-40E0-8680-577282911506}" destId="{B81A0BA7-5C1E-444E-B028-B8B075BDED60}" srcOrd="1" destOrd="0" presId="urn:microsoft.com/office/officeart/2016/7/layout/RepeatingBendingProcessNew"/>
    <dgm:cxn modelId="{90182D6C-B5CE-4C77-8F3E-70A6EBB30A77}" type="presOf" srcId="{9436264D-4945-40D0-A430-59F784B398CA}" destId="{10492B7F-381A-4793-94C5-DC1741E86E4F}" srcOrd="0" destOrd="0" presId="urn:microsoft.com/office/officeart/2016/7/layout/RepeatingBendingProcessNew"/>
    <dgm:cxn modelId="{E70C6255-2A7B-4F47-91EF-2BA5570B743F}" srcId="{4C2A899C-4DA0-4A59-A5C3-93DCE27D8E34}" destId="{D8377C3B-16D7-4213-BA47-B516C8B9DB73}" srcOrd="5" destOrd="0" parTransId="{A7E23C9E-9AA9-4287-B61C-B6D072191C4A}" sibTransId="{DF5A15B4-55D6-4C81-B5AE-DD42D1B9D7D6}"/>
    <dgm:cxn modelId="{A1B8C576-6DDB-4F2E-91D4-C271369B76E2}" srcId="{4C2A899C-4DA0-4A59-A5C3-93DCE27D8E34}" destId="{6ECA8D3F-AC17-4A2E-BD5B-962539DE993C}" srcOrd="7" destOrd="0" parTransId="{E8542A56-84A9-4C5F-B177-71B6A6D1E93A}" sibTransId="{FD46CAA0-B43A-455B-89BC-32BE86B3D7AC}"/>
    <dgm:cxn modelId="{AC64CD79-CD28-4CD8-84C4-A654E72E59BF}" srcId="{4C2A899C-4DA0-4A59-A5C3-93DCE27D8E34}" destId="{6603AD1E-5321-4D5E-8736-9DEEF8FD086D}" srcOrd="4" destOrd="0" parTransId="{55F18250-1BB5-4BD5-B8DE-3EBBE613F71C}" sibTransId="{79FC0CE0-B82D-4535-B8DB-19C778E77531}"/>
    <dgm:cxn modelId="{949C017D-A01E-4431-84EE-50CB70A6ADC1}" type="presOf" srcId="{D8377C3B-16D7-4213-BA47-B516C8B9DB73}" destId="{D2253CAC-D680-49F0-8718-CAFF545F0ADA}" srcOrd="0" destOrd="0" presId="urn:microsoft.com/office/officeart/2016/7/layout/RepeatingBendingProcessNew"/>
    <dgm:cxn modelId="{B80FCF7D-7876-47D5-ADBC-C2AE538A6C16}" type="presOf" srcId="{9436264D-4945-40D0-A430-59F784B398CA}" destId="{4D404B79-F16A-40B9-8B0A-BA3273244957}" srcOrd="1" destOrd="0" presId="urn:microsoft.com/office/officeart/2016/7/layout/RepeatingBendingProcessNew"/>
    <dgm:cxn modelId="{461D3B7F-0746-4423-803E-B11923F86F30}" srcId="{4C2A899C-4DA0-4A59-A5C3-93DCE27D8E34}" destId="{FA5D2644-9094-4731-902A-F40A5CB41B3F}" srcOrd="6" destOrd="0" parTransId="{79254C76-CD56-430F-9636-B3F2FB556F7F}" sibTransId="{9436264D-4945-40D0-A430-59F784B398CA}"/>
    <dgm:cxn modelId="{89D1CA85-52DF-403A-93EF-FCAC4FE9EB86}" type="presOf" srcId="{23FE71AE-DE05-40F7-8D33-91DB32C2A498}" destId="{D31AF43E-9AC0-4687-8871-53CCB104B305}" srcOrd="1" destOrd="0" presId="urn:microsoft.com/office/officeart/2016/7/layout/RepeatingBendingProcessNew"/>
    <dgm:cxn modelId="{97A30F8C-A0DF-4391-99F4-D61545C5F75F}" srcId="{4C2A899C-4DA0-4A59-A5C3-93DCE27D8E34}" destId="{622FB765-9941-4CD1-9B11-7D1C98243B79}" srcOrd="2" destOrd="0" parTransId="{68D3A2C3-9E95-45AA-BB46-F683BA15A5B7}" sibTransId="{23FE71AE-DE05-40F7-8D33-91DB32C2A498}"/>
    <dgm:cxn modelId="{71DA86AD-7D69-4790-9812-6C8DD89C9D9D}" type="presOf" srcId="{79FC0CE0-B82D-4535-B8DB-19C778E77531}" destId="{F74857D7-F61C-4771-B459-CD3F727804D0}" srcOrd="0" destOrd="0" presId="urn:microsoft.com/office/officeart/2016/7/layout/RepeatingBendingProcessNew"/>
    <dgm:cxn modelId="{F301AAB0-D79A-4E63-800A-896B70C7ADD9}" type="presOf" srcId="{23FE71AE-DE05-40F7-8D33-91DB32C2A498}" destId="{B4FA55E2-A34F-488E-AAB8-A9AE6D33A307}" srcOrd="0" destOrd="0" presId="urn:microsoft.com/office/officeart/2016/7/layout/RepeatingBendingProcessNew"/>
    <dgm:cxn modelId="{40732FB1-0783-440B-8A4C-7ADCCBE594FA}" type="presOf" srcId="{85BEA1EA-BEE4-40E0-8680-577282911506}" destId="{C0D06868-5C85-4528-A429-7DC9601830C4}" srcOrd="0" destOrd="0" presId="urn:microsoft.com/office/officeart/2016/7/layout/RepeatingBendingProcessNew"/>
    <dgm:cxn modelId="{3021A6B7-A21C-4EC6-A57D-CAD1AF2E6F37}" type="presOf" srcId="{6ECA8D3F-AC17-4A2E-BD5B-962539DE993C}" destId="{8B689E2F-B0EF-4C38-B8BD-B2BAE734E3FD}" srcOrd="0" destOrd="0" presId="urn:microsoft.com/office/officeart/2016/7/layout/RepeatingBendingProcessNew"/>
    <dgm:cxn modelId="{09B13EBD-2302-4EE6-AFEC-81B3339F02EA}" type="presOf" srcId="{4746F889-1B76-4D3F-A8C2-A396A69C2963}" destId="{22D1399B-2423-46F6-A39F-9AAF282ABA4C}" srcOrd="0" destOrd="0" presId="urn:microsoft.com/office/officeart/2016/7/layout/RepeatingBendingProcessNew"/>
    <dgm:cxn modelId="{D7302CE0-22A8-4754-9774-B4A89CED2E99}" srcId="{4C2A899C-4DA0-4A59-A5C3-93DCE27D8E34}" destId="{11252178-35D6-4E29-A107-C6CD34F4835D}" srcOrd="1" destOrd="0" parTransId="{4606EEEC-1AB7-4468-8730-C5C58EDBC1FE}" sibTransId="{840FDDF0-01D6-49FD-896D-2137D18D201A}"/>
    <dgm:cxn modelId="{A6E295E5-CFCE-47BA-B597-F88ABFE53724}" type="presOf" srcId="{11252178-35D6-4E29-A107-C6CD34F4835D}" destId="{7FC61B36-5910-45BE-97D9-77AB0A98D129}" srcOrd="0" destOrd="0" presId="urn:microsoft.com/office/officeart/2016/7/layout/RepeatingBendingProcessNew"/>
    <dgm:cxn modelId="{93C5FEE9-7AC7-43E6-B233-3AA474405C80}" type="presOf" srcId="{4C2A899C-4DA0-4A59-A5C3-93DCE27D8E34}" destId="{D4E1A02E-66BF-487E-8DCB-1424400B87B8}" srcOrd="0" destOrd="0" presId="urn:microsoft.com/office/officeart/2016/7/layout/RepeatingBendingProcessNew"/>
    <dgm:cxn modelId="{03FE99F0-726E-426F-8469-9C1F4E7400DB}" type="presOf" srcId="{AD03E578-ABF0-4FF7-A73C-CEA8802B4699}" destId="{DF5CE341-FB97-46C5-A228-5FB080FB8F55}" srcOrd="0" destOrd="0" presId="urn:microsoft.com/office/officeart/2016/7/layout/RepeatingBendingProcessNew"/>
    <dgm:cxn modelId="{CB6B1BF1-1E6A-40B9-9BF4-E61BA0BB8D1B}" type="presOf" srcId="{AB981D13-89EE-49C4-8843-E5DF73DF0C37}" destId="{979602EA-5C75-4C48-861A-844D498411B4}" srcOrd="0" destOrd="0" presId="urn:microsoft.com/office/officeart/2016/7/layout/RepeatingBendingProcessNew"/>
    <dgm:cxn modelId="{8B69EA63-0E79-4ED1-A7C2-30095769BFCD}" type="presParOf" srcId="{D4E1A02E-66BF-487E-8DCB-1424400B87B8}" destId="{22D1399B-2423-46F6-A39F-9AAF282ABA4C}" srcOrd="0" destOrd="0" presId="urn:microsoft.com/office/officeart/2016/7/layout/RepeatingBendingProcessNew"/>
    <dgm:cxn modelId="{607F9776-0508-4268-8635-D46C765C43FB}" type="presParOf" srcId="{D4E1A02E-66BF-487E-8DCB-1424400B87B8}" destId="{C0D06868-5C85-4528-A429-7DC9601830C4}" srcOrd="1" destOrd="0" presId="urn:microsoft.com/office/officeart/2016/7/layout/RepeatingBendingProcessNew"/>
    <dgm:cxn modelId="{FF5B50A2-E2B2-4B19-9995-F40CCD9118B6}" type="presParOf" srcId="{C0D06868-5C85-4528-A429-7DC9601830C4}" destId="{B81A0BA7-5C1E-444E-B028-B8B075BDED60}" srcOrd="0" destOrd="0" presId="urn:microsoft.com/office/officeart/2016/7/layout/RepeatingBendingProcessNew"/>
    <dgm:cxn modelId="{B9F53BDE-7D44-40B0-A1C8-E0DE53BF4A74}" type="presParOf" srcId="{D4E1A02E-66BF-487E-8DCB-1424400B87B8}" destId="{7FC61B36-5910-45BE-97D9-77AB0A98D129}" srcOrd="2" destOrd="0" presId="urn:microsoft.com/office/officeart/2016/7/layout/RepeatingBendingProcessNew"/>
    <dgm:cxn modelId="{659D6201-EA7A-4A11-9C7B-7D959313E627}" type="presParOf" srcId="{D4E1A02E-66BF-487E-8DCB-1424400B87B8}" destId="{6F59DE58-7DED-4315-AD48-CB7BE55F85BD}" srcOrd="3" destOrd="0" presId="urn:microsoft.com/office/officeart/2016/7/layout/RepeatingBendingProcessNew"/>
    <dgm:cxn modelId="{D7F41739-2844-481C-8BFA-862990BC774B}" type="presParOf" srcId="{6F59DE58-7DED-4315-AD48-CB7BE55F85BD}" destId="{22652242-41C4-429C-9B4F-CE20D222E3D8}" srcOrd="0" destOrd="0" presId="urn:microsoft.com/office/officeart/2016/7/layout/RepeatingBendingProcessNew"/>
    <dgm:cxn modelId="{F731BB32-52C8-4FF9-BA46-E978C48A94E4}" type="presParOf" srcId="{D4E1A02E-66BF-487E-8DCB-1424400B87B8}" destId="{E1DA8E2F-1E4E-4FAB-83AC-37ABEA826724}" srcOrd="4" destOrd="0" presId="urn:microsoft.com/office/officeart/2016/7/layout/RepeatingBendingProcessNew"/>
    <dgm:cxn modelId="{74A24D17-FE79-4138-85E0-09FF15AB87B8}" type="presParOf" srcId="{D4E1A02E-66BF-487E-8DCB-1424400B87B8}" destId="{B4FA55E2-A34F-488E-AAB8-A9AE6D33A307}" srcOrd="5" destOrd="0" presId="urn:microsoft.com/office/officeart/2016/7/layout/RepeatingBendingProcessNew"/>
    <dgm:cxn modelId="{B5928D76-F353-4F47-A026-939A9C779122}" type="presParOf" srcId="{B4FA55E2-A34F-488E-AAB8-A9AE6D33A307}" destId="{D31AF43E-9AC0-4687-8871-53CCB104B305}" srcOrd="0" destOrd="0" presId="urn:microsoft.com/office/officeart/2016/7/layout/RepeatingBendingProcessNew"/>
    <dgm:cxn modelId="{712F5418-24B1-45EC-8F5C-616D6A9D8619}" type="presParOf" srcId="{D4E1A02E-66BF-487E-8DCB-1424400B87B8}" destId="{DF5CE341-FB97-46C5-A228-5FB080FB8F55}" srcOrd="6" destOrd="0" presId="urn:microsoft.com/office/officeart/2016/7/layout/RepeatingBendingProcessNew"/>
    <dgm:cxn modelId="{580052CC-9CD6-4BFA-8C7B-5A6A8A250CE7}" type="presParOf" srcId="{D4E1A02E-66BF-487E-8DCB-1424400B87B8}" destId="{979602EA-5C75-4C48-861A-844D498411B4}" srcOrd="7" destOrd="0" presId="urn:microsoft.com/office/officeart/2016/7/layout/RepeatingBendingProcessNew"/>
    <dgm:cxn modelId="{78A0F5EE-9818-4194-B1A9-A10254622636}" type="presParOf" srcId="{979602EA-5C75-4C48-861A-844D498411B4}" destId="{D2702C84-E8B6-4724-9781-6A05E0A0D2FD}" srcOrd="0" destOrd="0" presId="urn:microsoft.com/office/officeart/2016/7/layout/RepeatingBendingProcessNew"/>
    <dgm:cxn modelId="{CC12A618-CB85-4009-8462-FB23DCAA337A}" type="presParOf" srcId="{D4E1A02E-66BF-487E-8DCB-1424400B87B8}" destId="{66651942-513C-4A52-B336-F31390EEACB7}" srcOrd="8" destOrd="0" presId="urn:microsoft.com/office/officeart/2016/7/layout/RepeatingBendingProcessNew"/>
    <dgm:cxn modelId="{9AD6E35F-CEAC-4A74-A21D-114B9AC085AC}" type="presParOf" srcId="{D4E1A02E-66BF-487E-8DCB-1424400B87B8}" destId="{F74857D7-F61C-4771-B459-CD3F727804D0}" srcOrd="9" destOrd="0" presId="urn:microsoft.com/office/officeart/2016/7/layout/RepeatingBendingProcessNew"/>
    <dgm:cxn modelId="{66C4009C-1A00-4B3B-89B1-FDED9B5979E9}" type="presParOf" srcId="{F74857D7-F61C-4771-B459-CD3F727804D0}" destId="{35BA4D6F-8803-4956-B59D-15EC99E3842C}" srcOrd="0" destOrd="0" presId="urn:microsoft.com/office/officeart/2016/7/layout/RepeatingBendingProcessNew"/>
    <dgm:cxn modelId="{4E263F90-3666-4F9B-B61E-EEEDC72A6861}" type="presParOf" srcId="{D4E1A02E-66BF-487E-8DCB-1424400B87B8}" destId="{D2253CAC-D680-49F0-8718-CAFF545F0ADA}" srcOrd="10" destOrd="0" presId="urn:microsoft.com/office/officeart/2016/7/layout/RepeatingBendingProcessNew"/>
    <dgm:cxn modelId="{11F556B1-0AAC-45B3-BC66-ACB89291EC91}" type="presParOf" srcId="{D4E1A02E-66BF-487E-8DCB-1424400B87B8}" destId="{2912C054-144F-49D1-A3B7-82601098E4D6}" srcOrd="11" destOrd="0" presId="urn:microsoft.com/office/officeart/2016/7/layout/RepeatingBendingProcessNew"/>
    <dgm:cxn modelId="{769064F0-520B-45F2-AFA0-F99934E3C4F4}" type="presParOf" srcId="{2912C054-144F-49D1-A3B7-82601098E4D6}" destId="{54324678-7C99-4F58-9963-C479DF41A173}" srcOrd="0" destOrd="0" presId="urn:microsoft.com/office/officeart/2016/7/layout/RepeatingBendingProcessNew"/>
    <dgm:cxn modelId="{DB1D26FC-1179-4B43-A50E-3D23585FC34B}" type="presParOf" srcId="{D4E1A02E-66BF-487E-8DCB-1424400B87B8}" destId="{B85E2CEC-E721-4195-8DC8-D54E88C65BD5}" srcOrd="12" destOrd="0" presId="urn:microsoft.com/office/officeart/2016/7/layout/RepeatingBendingProcessNew"/>
    <dgm:cxn modelId="{AF0CE2E5-F23D-4257-8095-803CF60E4AA6}" type="presParOf" srcId="{D4E1A02E-66BF-487E-8DCB-1424400B87B8}" destId="{10492B7F-381A-4793-94C5-DC1741E86E4F}" srcOrd="13" destOrd="0" presId="urn:microsoft.com/office/officeart/2016/7/layout/RepeatingBendingProcessNew"/>
    <dgm:cxn modelId="{1FA9F722-9178-472A-A62F-BAE50F2ABA65}" type="presParOf" srcId="{10492B7F-381A-4793-94C5-DC1741E86E4F}" destId="{4D404B79-F16A-40B9-8B0A-BA3273244957}" srcOrd="0" destOrd="0" presId="urn:microsoft.com/office/officeart/2016/7/layout/RepeatingBendingProcessNew"/>
    <dgm:cxn modelId="{17003CF6-C1E6-4E44-8FAA-7CA333B66468}" type="presParOf" srcId="{D4E1A02E-66BF-487E-8DCB-1424400B87B8}" destId="{8B689E2F-B0EF-4C38-B8BD-B2BAE734E3FD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188687-D4AD-4296-93C7-780CDFC8CE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6A9011-5560-4E07-860F-0B3D765FE10F}">
      <dgm:prSet/>
      <dgm:spPr/>
      <dgm:t>
        <a:bodyPr/>
        <a:lstStyle/>
        <a:p>
          <a:r>
            <a:rPr lang="en-US"/>
            <a:t>Permanent: 7-day Time Travel (90 days Enterprise), has Fail-safe</a:t>
          </a:r>
        </a:p>
      </dgm:t>
    </dgm:pt>
    <dgm:pt modelId="{0335CC2A-BFE1-4A65-A90F-ABF12613B713}" type="parTrans" cxnId="{B3248D95-684C-4E1D-8E8B-3829A2D1779F}">
      <dgm:prSet/>
      <dgm:spPr/>
      <dgm:t>
        <a:bodyPr/>
        <a:lstStyle/>
        <a:p>
          <a:endParaRPr lang="en-US"/>
        </a:p>
      </dgm:t>
    </dgm:pt>
    <dgm:pt modelId="{FFE95DEA-9223-4BDE-8412-937C4E289A4A}" type="sibTrans" cxnId="{B3248D95-684C-4E1D-8E8B-3829A2D1779F}">
      <dgm:prSet/>
      <dgm:spPr/>
      <dgm:t>
        <a:bodyPr/>
        <a:lstStyle/>
        <a:p>
          <a:endParaRPr lang="en-US"/>
        </a:p>
      </dgm:t>
    </dgm:pt>
    <dgm:pt modelId="{A763108E-4F9C-4C39-A046-9CDCFA06F3CA}">
      <dgm:prSet/>
      <dgm:spPr/>
      <dgm:t>
        <a:bodyPr/>
        <a:lstStyle/>
        <a:p>
          <a:r>
            <a:rPr lang="en-US"/>
            <a:t>Transient: 24-hour Time Travel max, NO Fail-safe</a:t>
          </a:r>
        </a:p>
      </dgm:t>
    </dgm:pt>
    <dgm:pt modelId="{CFC82DC6-E20D-4C96-B0E2-618E33ADA92C}" type="parTrans" cxnId="{D74816F1-EA37-44D9-8247-751DC052FC19}">
      <dgm:prSet/>
      <dgm:spPr/>
      <dgm:t>
        <a:bodyPr/>
        <a:lstStyle/>
        <a:p>
          <a:endParaRPr lang="en-US"/>
        </a:p>
      </dgm:t>
    </dgm:pt>
    <dgm:pt modelId="{95C67F4D-C24D-49A6-BDD1-40A07F727509}" type="sibTrans" cxnId="{D74816F1-EA37-44D9-8247-751DC052FC19}">
      <dgm:prSet/>
      <dgm:spPr/>
      <dgm:t>
        <a:bodyPr/>
        <a:lstStyle/>
        <a:p>
          <a:endParaRPr lang="en-US"/>
        </a:p>
      </dgm:t>
    </dgm:pt>
    <dgm:pt modelId="{E493EE93-D9E4-4E42-85DA-7257A50EE5BD}">
      <dgm:prSet/>
      <dgm:spPr/>
      <dgm:t>
        <a:bodyPr/>
        <a:lstStyle/>
        <a:p>
          <a:r>
            <a:rPr lang="en-US"/>
            <a:t>Temporary: Session-specific</a:t>
          </a:r>
        </a:p>
      </dgm:t>
    </dgm:pt>
    <dgm:pt modelId="{A304DD0B-A39F-4BBD-88DE-FACC67F7819A}" type="parTrans" cxnId="{BF1D5230-6CCE-4900-8C60-8AE0763A2C14}">
      <dgm:prSet/>
      <dgm:spPr/>
      <dgm:t>
        <a:bodyPr/>
        <a:lstStyle/>
        <a:p>
          <a:endParaRPr lang="en-US"/>
        </a:p>
      </dgm:t>
    </dgm:pt>
    <dgm:pt modelId="{F77C4C42-F03A-47DB-8484-09C443F51BD4}" type="sibTrans" cxnId="{BF1D5230-6CCE-4900-8C60-8AE0763A2C14}">
      <dgm:prSet/>
      <dgm:spPr/>
      <dgm:t>
        <a:bodyPr/>
        <a:lstStyle/>
        <a:p>
          <a:endParaRPr lang="en-US"/>
        </a:p>
      </dgm:t>
    </dgm:pt>
    <dgm:pt modelId="{BCBE99FC-914F-4DB8-8B9F-A78B437CBF33}">
      <dgm:prSet/>
      <dgm:spPr/>
      <dgm:t>
        <a:bodyPr/>
        <a:lstStyle/>
        <a:p>
          <a:r>
            <a:rPr lang="en-US"/>
            <a:t>External: Query files in external stages as tables</a:t>
          </a:r>
        </a:p>
      </dgm:t>
    </dgm:pt>
    <dgm:pt modelId="{77FE953C-6669-46CF-82A3-DC3A41F18FB0}" type="parTrans" cxnId="{965AF157-6E4F-4984-B1AD-C419B837FA73}">
      <dgm:prSet/>
      <dgm:spPr/>
      <dgm:t>
        <a:bodyPr/>
        <a:lstStyle/>
        <a:p>
          <a:endParaRPr lang="en-US"/>
        </a:p>
      </dgm:t>
    </dgm:pt>
    <dgm:pt modelId="{D938C740-673A-45A0-857C-2B59AF3C8495}" type="sibTrans" cxnId="{965AF157-6E4F-4984-B1AD-C419B837FA73}">
      <dgm:prSet/>
      <dgm:spPr/>
      <dgm:t>
        <a:bodyPr/>
        <a:lstStyle/>
        <a:p>
          <a:endParaRPr lang="en-US"/>
        </a:p>
      </dgm:t>
    </dgm:pt>
    <dgm:pt modelId="{1D204C05-45D7-4AC9-A307-35D623EE7A22}">
      <dgm:prSet/>
      <dgm:spPr/>
      <dgm:t>
        <a:bodyPr/>
        <a:lstStyle/>
        <a:p>
          <a:r>
            <a:rPr lang="en-US"/>
            <a:t>Iceberg: Apache Iceberg format with evolution &amp; time travel on data lake</a:t>
          </a:r>
        </a:p>
      </dgm:t>
    </dgm:pt>
    <dgm:pt modelId="{514569B6-D90D-4A90-9CD1-9E989EE2E127}" type="parTrans" cxnId="{142302BD-BE63-4D6D-8FAB-F125B6C075CB}">
      <dgm:prSet/>
      <dgm:spPr/>
      <dgm:t>
        <a:bodyPr/>
        <a:lstStyle/>
        <a:p>
          <a:endParaRPr lang="en-US"/>
        </a:p>
      </dgm:t>
    </dgm:pt>
    <dgm:pt modelId="{5A0000B2-BDC4-4C22-80FA-140B7D040BCB}" type="sibTrans" cxnId="{142302BD-BE63-4D6D-8FAB-F125B6C075CB}">
      <dgm:prSet/>
      <dgm:spPr/>
      <dgm:t>
        <a:bodyPr/>
        <a:lstStyle/>
        <a:p>
          <a:endParaRPr lang="en-US"/>
        </a:p>
      </dgm:t>
    </dgm:pt>
    <dgm:pt modelId="{52F1E3C3-22EA-4B06-9DFA-15735FC2C2FC}" type="pres">
      <dgm:prSet presAssocID="{48188687-D4AD-4296-93C7-780CDFC8CE83}" presName="root" presStyleCnt="0">
        <dgm:presLayoutVars>
          <dgm:dir/>
          <dgm:resizeHandles val="exact"/>
        </dgm:presLayoutVars>
      </dgm:prSet>
      <dgm:spPr/>
    </dgm:pt>
    <dgm:pt modelId="{228D276B-A65C-4B56-8217-6A99059EA11F}" type="pres">
      <dgm:prSet presAssocID="{D56A9011-5560-4E07-860F-0B3D765FE10F}" presName="compNode" presStyleCnt="0"/>
      <dgm:spPr/>
    </dgm:pt>
    <dgm:pt modelId="{8A06C449-2E8F-4252-A2EE-0E3523C5DF2D}" type="pres">
      <dgm:prSet presAssocID="{D56A9011-5560-4E07-860F-0B3D765FE10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5BC8F627-75F9-4BD1-AC3D-ABF4F2922366}" type="pres">
      <dgm:prSet presAssocID="{D56A9011-5560-4E07-860F-0B3D765FE10F}" presName="spaceRect" presStyleCnt="0"/>
      <dgm:spPr/>
    </dgm:pt>
    <dgm:pt modelId="{4615C48A-636D-4A78-8FAC-85002E5124CE}" type="pres">
      <dgm:prSet presAssocID="{D56A9011-5560-4E07-860F-0B3D765FE10F}" presName="textRect" presStyleLbl="revTx" presStyleIdx="0" presStyleCnt="5">
        <dgm:presLayoutVars>
          <dgm:chMax val="1"/>
          <dgm:chPref val="1"/>
        </dgm:presLayoutVars>
      </dgm:prSet>
      <dgm:spPr/>
    </dgm:pt>
    <dgm:pt modelId="{9418D0F5-9E7D-41E7-8D2C-3DA19B8AC6F5}" type="pres">
      <dgm:prSet presAssocID="{FFE95DEA-9223-4BDE-8412-937C4E289A4A}" presName="sibTrans" presStyleCnt="0"/>
      <dgm:spPr/>
    </dgm:pt>
    <dgm:pt modelId="{2AF4DC35-6BAE-443F-8A0B-9747D2DCA84F}" type="pres">
      <dgm:prSet presAssocID="{A763108E-4F9C-4C39-A046-9CDCFA06F3CA}" presName="compNode" presStyleCnt="0"/>
      <dgm:spPr/>
    </dgm:pt>
    <dgm:pt modelId="{0CBF3E3D-AFC0-4CF9-A9CF-1847F1B04A8C}" type="pres">
      <dgm:prSet presAssocID="{A763108E-4F9C-4C39-A046-9CDCFA06F3C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E63A1D5-392A-4BB4-B13A-D0EF99D44229}" type="pres">
      <dgm:prSet presAssocID="{A763108E-4F9C-4C39-A046-9CDCFA06F3CA}" presName="spaceRect" presStyleCnt="0"/>
      <dgm:spPr/>
    </dgm:pt>
    <dgm:pt modelId="{16466977-C985-485F-A498-560389AE2F4F}" type="pres">
      <dgm:prSet presAssocID="{A763108E-4F9C-4C39-A046-9CDCFA06F3CA}" presName="textRect" presStyleLbl="revTx" presStyleIdx="1" presStyleCnt="5">
        <dgm:presLayoutVars>
          <dgm:chMax val="1"/>
          <dgm:chPref val="1"/>
        </dgm:presLayoutVars>
      </dgm:prSet>
      <dgm:spPr/>
    </dgm:pt>
    <dgm:pt modelId="{94913C47-DFAB-46AD-BFFA-F8286976E679}" type="pres">
      <dgm:prSet presAssocID="{95C67F4D-C24D-49A6-BDD1-40A07F727509}" presName="sibTrans" presStyleCnt="0"/>
      <dgm:spPr/>
    </dgm:pt>
    <dgm:pt modelId="{B4371F70-002C-4073-9B77-693687788984}" type="pres">
      <dgm:prSet presAssocID="{E493EE93-D9E4-4E42-85DA-7257A50EE5BD}" presName="compNode" presStyleCnt="0"/>
      <dgm:spPr/>
    </dgm:pt>
    <dgm:pt modelId="{0E3CA2AB-BE46-4184-B119-87A1A171F727}" type="pres">
      <dgm:prSet presAssocID="{E493EE93-D9E4-4E42-85DA-7257A50EE5B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503D05AD-4B15-42B0-ABF6-0D34594314C2}" type="pres">
      <dgm:prSet presAssocID="{E493EE93-D9E4-4E42-85DA-7257A50EE5BD}" presName="spaceRect" presStyleCnt="0"/>
      <dgm:spPr/>
    </dgm:pt>
    <dgm:pt modelId="{576CEF5F-D43D-495A-B33F-C8E0102E5386}" type="pres">
      <dgm:prSet presAssocID="{E493EE93-D9E4-4E42-85DA-7257A50EE5BD}" presName="textRect" presStyleLbl="revTx" presStyleIdx="2" presStyleCnt="5">
        <dgm:presLayoutVars>
          <dgm:chMax val="1"/>
          <dgm:chPref val="1"/>
        </dgm:presLayoutVars>
      </dgm:prSet>
      <dgm:spPr/>
    </dgm:pt>
    <dgm:pt modelId="{B550258A-6F3B-4BCB-84F0-275211DA7301}" type="pres">
      <dgm:prSet presAssocID="{F77C4C42-F03A-47DB-8484-09C443F51BD4}" presName="sibTrans" presStyleCnt="0"/>
      <dgm:spPr/>
    </dgm:pt>
    <dgm:pt modelId="{2BF6B9B6-C205-4044-8003-A65D2956180B}" type="pres">
      <dgm:prSet presAssocID="{BCBE99FC-914F-4DB8-8B9F-A78B437CBF33}" presName="compNode" presStyleCnt="0"/>
      <dgm:spPr/>
    </dgm:pt>
    <dgm:pt modelId="{107BD59A-29D8-4F05-BF07-EB39B5FFA0F2}" type="pres">
      <dgm:prSet presAssocID="{BCBE99FC-914F-4DB8-8B9F-A78B437CBF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A5D48D4-6EF5-4766-AEAE-0A01DB202F67}" type="pres">
      <dgm:prSet presAssocID="{BCBE99FC-914F-4DB8-8B9F-A78B437CBF33}" presName="spaceRect" presStyleCnt="0"/>
      <dgm:spPr/>
    </dgm:pt>
    <dgm:pt modelId="{08BF450C-10AF-4522-9697-B18CFD171562}" type="pres">
      <dgm:prSet presAssocID="{BCBE99FC-914F-4DB8-8B9F-A78B437CBF33}" presName="textRect" presStyleLbl="revTx" presStyleIdx="3" presStyleCnt="5">
        <dgm:presLayoutVars>
          <dgm:chMax val="1"/>
          <dgm:chPref val="1"/>
        </dgm:presLayoutVars>
      </dgm:prSet>
      <dgm:spPr/>
    </dgm:pt>
    <dgm:pt modelId="{BDB0EAA7-80D9-4647-9A76-6F698D17305C}" type="pres">
      <dgm:prSet presAssocID="{D938C740-673A-45A0-857C-2B59AF3C8495}" presName="sibTrans" presStyleCnt="0"/>
      <dgm:spPr/>
    </dgm:pt>
    <dgm:pt modelId="{9879748E-5E3F-4CB4-86C3-DC869BEC99E8}" type="pres">
      <dgm:prSet presAssocID="{1D204C05-45D7-4AC9-A307-35D623EE7A22}" presName="compNode" presStyleCnt="0"/>
      <dgm:spPr/>
    </dgm:pt>
    <dgm:pt modelId="{532F88DC-9A32-49B0-834C-5A4380899053}" type="pres">
      <dgm:prSet presAssocID="{1D204C05-45D7-4AC9-A307-35D623EE7A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1CB16C0-D298-4606-B554-D028A034E517}" type="pres">
      <dgm:prSet presAssocID="{1D204C05-45D7-4AC9-A307-35D623EE7A22}" presName="spaceRect" presStyleCnt="0"/>
      <dgm:spPr/>
    </dgm:pt>
    <dgm:pt modelId="{D10EB533-ED39-4D90-AEED-25AC95AC180E}" type="pres">
      <dgm:prSet presAssocID="{1D204C05-45D7-4AC9-A307-35D623EE7A2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F1D5230-6CCE-4900-8C60-8AE0763A2C14}" srcId="{48188687-D4AD-4296-93C7-780CDFC8CE83}" destId="{E493EE93-D9E4-4E42-85DA-7257A50EE5BD}" srcOrd="2" destOrd="0" parTransId="{A304DD0B-A39F-4BBD-88DE-FACC67F7819A}" sibTransId="{F77C4C42-F03A-47DB-8484-09C443F51BD4}"/>
    <dgm:cxn modelId="{EAF63339-13DB-4B16-87B4-C27BC7D73425}" type="presOf" srcId="{D56A9011-5560-4E07-860F-0B3D765FE10F}" destId="{4615C48A-636D-4A78-8FAC-85002E5124CE}" srcOrd="0" destOrd="0" presId="urn:microsoft.com/office/officeart/2018/2/layout/IconLabelList"/>
    <dgm:cxn modelId="{0FB14377-4BED-4907-92C6-897B012BB5BD}" type="presOf" srcId="{48188687-D4AD-4296-93C7-780CDFC8CE83}" destId="{52F1E3C3-22EA-4B06-9DFA-15735FC2C2FC}" srcOrd="0" destOrd="0" presId="urn:microsoft.com/office/officeart/2018/2/layout/IconLabelList"/>
    <dgm:cxn modelId="{965AF157-6E4F-4984-B1AD-C419B837FA73}" srcId="{48188687-D4AD-4296-93C7-780CDFC8CE83}" destId="{BCBE99FC-914F-4DB8-8B9F-A78B437CBF33}" srcOrd="3" destOrd="0" parTransId="{77FE953C-6669-46CF-82A3-DC3A41F18FB0}" sibTransId="{D938C740-673A-45A0-857C-2B59AF3C8495}"/>
    <dgm:cxn modelId="{B3248D95-684C-4E1D-8E8B-3829A2D1779F}" srcId="{48188687-D4AD-4296-93C7-780CDFC8CE83}" destId="{D56A9011-5560-4E07-860F-0B3D765FE10F}" srcOrd="0" destOrd="0" parTransId="{0335CC2A-BFE1-4A65-A90F-ABF12613B713}" sibTransId="{FFE95DEA-9223-4BDE-8412-937C4E289A4A}"/>
    <dgm:cxn modelId="{726986A6-AAB0-4E26-8CA8-7C9DFF3BB1BB}" type="presOf" srcId="{1D204C05-45D7-4AC9-A307-35D623EE7A22}" destId="{D10EB533-ED39-4D90-AEED-25AC95AC180E}" srcOrd="0" destOrd="0" presId="urn:microsoft.com/office/officeart/2018/2/layout/IconLabelList"/>
    <dgm:cxn modelId="{C531CFA8-B5B5-4A2B-A68C-C39AC17B8602}" type="presOf" srcId="{BCBE99FC-914F-4DB8-8B9F-A78B437CBF33}" destId="{08BF450C-10AF-4522-9697-B18CFD171562}" srcOrd="0" destOrd="0" presId="urn:microsoft.com/office/officeart/2018/2/layout/IconLabelList"/>
    <dgm:cxn modelId="{142302BD-BE63-4D6D-8FAB-F125B6C075CB}" srcId="{48188687-D4AD-4296-93C7-780CDFC8CE83}" destId="{1D204C05-45D7-4AC9-A307-35D623EE7A22}" srcOrd="4" destOrd="0" parTransId="{514569B6-D90D-4A90-9CD1-9E989EE2E127}" sibTransId="{5A0000B2-BDC4-4C22-80FA-140B7D040BCB}"/>
    <dgm:cxn modelId="{B64BCFCE-2DC8-4AF9-82FB-6B3FE844C858}" type="presOf" srcId="{A763108E-4F9C-4C39-A046-9CDCFA06F3CA}" destId="{16466977-C985-485F-A498-560389AE2F4F}" srcOrd="0" destOrd="0" presId="urn:microsoft.com/office/officeart/2018/2/layout/IconLabelList"/>
    <dgm:cxn modelId="{D7B5FFD1-8539-4B84-ABA1-F63F705E385F}" type="presOf" srcId="{E493EE93-D9E4-4E42-85DA-7257A50EE5BD}" destId="{576CEF5F-D43D-495A-B33F-C8E0102E5386}" srcOrd="0" destOrd="0" presId="urn:microsoft.com/office/officeart/2018/2/layout/IconLabelList"/>
    <dgm:cxn modelId="{D74816F1-EA37-44D9-8247-751DC052FC19}" srcId="{48188687-D4AD-4296-93C7-780CDFC8CE83}" destId="{A763108E-4F9C-4C39-A046-9CDCFA06F3CA}" srcOrd="1" destOrd="0" parTransId="{CFC82DC6-E20D-4C96-B0E2-618E33ADA92C}" sibTransId="{95C67F4D-C24D-49A6-BDD1-40A07F727509}"/>
    <dgm:cxn modelId="{9725AAA9-76A9-436A-A65F-975069804030}" type="presParOf" srcId="{52F1E3C3-22EA-4B06-9DFA-15735FC2C2FC}" destId="{228D276B-A65C-4B56-8217-6A99059EA11F}" srcOrd="0" destOrd="0" presId="urn:microsoft.com/office/officeart/2018/2/layout/IconLabelList"/>
    <dgm:cxn modelId="{8CBB1ED8-1103-419C-B246-E6886DBD1B02}" type="presParOf" srcId="{228D276B-A65C-4B56-8217-6A99059EA11F}" destId="{8A06C449-2E8F-4252-A2EE-0E3523C5DF2D}" srcOrd="0" destOrd="0" presId="urn:microsoft.com/office/officeart/2018/2/layout/IconLabelList"/>
    <dgm:cxn modelId="{A497E72A-944A-4196-8A34-CBBC53598C90}" type="presParOf" srcId="{228D276B-A65C-4B56-8217-6A99059EA11F}" destId="{5BC8F627-75F9-4BD1-AC3D-ABF4F2922366}" srcOrd="1" destOrd="0" presId="urn:microsoft.com/office/officeart/2018/2/layout/IconLabelList"/>
    <dgm:cxn modelId="{C87AEBE7-9DA1-4E39-A69E-1F06CEE958CC}" type="presParOf" srcId="{228D276B-A65C-4B56-8217-6A99059EA11F}" destId="{4615C48A-636D-4A78-8FAC-85002E5124CE}" srcOrd="2" destOrd="0" presId="urn:microsoft.com/office/officeart/2018/2/layout/IconLabelList"/>
    <dgm:cxn modelId="{985128F6-95F1-4E90-9DAC-C84EF1349D1C}" type="presParOf" srcId="{52F1E3C3-22EA-4B06-9DFA-15735FC2C2FC}" destId="{9418D0F5-9E7D-41E7-8D2C-3DA19B8AC6F5}" srcOrd="1" destOrd="0" presId="urn:microsoft.com/office/officeart/2018/2/layout/IconLabelList"/>
    <dgm:cxn modelId="{E672A4FB-14A1-4142-A36D-35160171A5D9}" type="presParOf" srcId="{52F1E3C3-22EA-4B06-9DFA-15735FC2C2FC}" destId="{2AF4DC35-6BAE-443F-8A0B-9747D2DCA84F}" srcOrd="2" destOrd="0" presId="urn:microsoft.com/office/officeart/2018/2/layout/IconLabelList"/>
    <dgm:cxn modelId="{84E64D38-72E8-44E0-A28F-B9BC22873272}" type="presParOf" srcId="{2AF4DC35-6BAE-443F-8A0B-9747D2DCA84F}" destId="{0CBF3E3D-AFC0-4CF9-A9CF-1847F1B04A8C}" srcOrd="0" destOrd="0" presId="urn:microsoft.com/office/officeart/2018/2/layout/IconLabelList"/>
    <dgm:cxn modelId="{103DA1D9-7ACB-4206-9278-D0C64885828F}" type="presParOf" srcId="{2AF4DC35-6BAE-443F-8A0B-9747D2DCA84F}" destId="{0E63A1D5-392A-4BB4-B13A-D0EF99D44229}" srcOrd="1" destOrd="0" presId="urn:microsoft.com/office/officeart/2018/2/layout/IconLabelList"/>
    <dgm:cxn modelId="{55DEA63F-48A0-4A46-B964-C575EA4404B3}" type="presParOf" srcId="{2AF4DC35-6BAE-443F-8A0B-9747D2DCA84F}" destId="{16466977-C985-485F-A498-560389AE2F4F}" srcOrd="2" destOrd="0" presId="urn:microsoft.com/office/officeart/2018/2/layout/IconLabelList"/>
    <dgm:cxn modelId="{5D959417-7144-422D-9168-BA44AA30EA1A}" type="presParOf" srcId="{52F1E3C3-22EA-4B06-9DFA-15735FC2C2FC}" destId="{94913C47-DFAB-46AD-BFFA-F8286976E679}" srcOrd="3" destOrd="0" presId="urn:microsoft.com/office/officeart/2018/2/layout/IconLabelList"/>
    <dgm:cxn modelId="{DB41ED83-2E70-402D-A120-22F1F841D367}" type="presParOf" srcId="{52F1E3C3-22EA-4B06-9DFA-15735FC2C2FC}" destId="{B4371F70-002C-4073-9B77-693687788984}" srcOrd="4" destOrd="0" presId="urn:microsoft.com/office/officeart/2018/2/layout/IconLabelList"/>
    <dgm:cxn modelId="{7FDF3C62-BD65-4F17-A8AC-9DA82512E2D8}" type="presParOf" srcId="{B4371F70-002C-4073-9B77-693687788984}" destId="{0E3CA2AB-BE46-4184-B119-87A1A171F727}" srcOrd="0" destOrd="0" presId="urn:microsoft.com/office/officeart/2018/2/layout/IconLabelList"/>
    <dgm:cxn modelId="{CFFB6868-9B4A-4C9E-B571-C9B7C0A070AA}" type="presParOf" srcId="{B4371F70-002C-4073-9B77-693687788984}" destId="{503D05AD-4B15-42B0-ABF6-0D34594314C2}" srcOrd="1" destOrd="0" presId="urn:microsoft.com/office/officeart/2018/2/layout/IconLabelList"/>
    <dgm:cxn modelId="{5C37E9E4-F45C-4F82-87BF-0C6C33CC0D66}" type="presParOf" srcId="{B4371F70-002C-4073-9B77-693687788984}" destId="{576CEF5F-D43D-495A-B33F-C8E0102E5386}" srcOrd="2" destOrd="0" presId="urn:microsoft.com/office/officeart/2018/2/layout/IconLabelList"/>
    <dgm:cxn modelId="{ED6E6774-9393-4125-B5B1-D4D1E8D01EEE}" type="presParOf" srcId="{52F1E3C3-22EA-4B06-9DFA-15735FC2C2FC}" destId="{B550258A-6F3B-4BCB-84F0-275211DA7301}" srcOrd="5" destOrd="0" presId="urn:microsoft.com/office/officeart/2018/2/layout/IconLabelList"/>
    <dgm:cxn modelId="{0540B9DE-B7F5-43BB-9391-0559904BE355}" type="presParOf" srcId="{52F1E3C3-22EA-4B06-9DFA-15735FC2C2FC}" destId="{2BF6B9B6-C205-4044-8003-A65D2956180B}" srcOrd="6" destOrd="0" presId="urn:microsoft.com/office/officeart/2018/2/layout/IconLabelList"/>
    <dgm:cxn modelId="{AE8C3163-C56F-436D-9765-C0390686306E}" type="presParOf" srcId="{2BF6B9B6-C205-4044-8003-A65D2956180B}" destId="{107BD59A-29D8-4F05-BF07-EB39B5FFA0F2}" srcOrd="0" destOrd="0" presId="urn:microsoft.com/office/officeart/2018/2/layout/IconLabelList"/>
    <dgm:cxn modelId="{206FFE50-9550-4760-9765-D6181DE77763}" type="presParOf" srcId="{2BF6B9B6-C205-4044-8003-A65D2956180B}" destId="{CA5D48D4-6EF5-4766-AEAE-0A01DB202F67}" srcOrd="1" destOrd="0" presId="urn:microsoft.com/office/officeart/2018/2/layout/IconLabelList"/>
    <dgm:cxn modelId="{5A22817A-D5AA-448B-98E7-F11C7960DE98}" type="presParOf" srcId="{2BF6B9B6-C205-4044-8003-A65D2956180B}" destId="{08BF450C-10AF-4522-9697-B18CFD171562}" srcOrd="2" destOrd="0" presId="urn:microsoft.com/office/officeart/2018/2/layout/IconLabelList"/>
    <dgm:cxn modelId="{A73A60C5-5720-4325-9050-CE2F60DB3838}" type="presParOf" srcId="{52F1E3C3-22EA-4B06-9DFA-15735FC2C2FC}" destId="{BDB0EAA7-80D9-4647-9A76-6F698D17305C}" srcOrd="7" destOrd="0" presId="urn:microsoft.com/office/officeart/2018/2/layout/IconLabelList"/>
    <dgm:cxn modelId="{3C62D14B-581E-4E56-B1FC-FA1E1322EF4F}" type="presParOf" srcId="{52F1E3C3-22EA-4B06-9DFA-15735FC2C2FC}" destId="{9879748E-5E3F-4CB4-86C3-DC869BEC99E8}" srcOrd="8" destOrd="0" presId="urn:microsoft.com/office/officeart/2018/2/layout/IconLabelList"/>
    <dgm:cxn modelId="{883D6CC2-3521-41BD-B3EB-D4FD5EBA659A}" type="presParOf" srcId="{9879748E-5E3F-4CB4-86C3-DC869BEC99E8}" destId="{532F88DC-9A32-49B0-834C-5A4380899053}" srcOrd="0" destOrd="0" presId="urn:microsoft.com/office/officeart/2018/2/layout/IconLabelList"/>
    <dgm:cxn modelId="{EA6840C4-F766-47B9-A1D6-6C2BFDDA290D}" type="presParOf" srcId="{9879748E-5E3F-4CB4-86C3-DC869BEC99E8}" destId="{01CB16C0-D298-4606-B554-D028A034E517}" srcOrd="1" destOrd="0" presId="urn:microsoft.com/office/officeart/2018/2/layout/IconLabelList"/>
    <dgm:cxn modelId="{A0378C9C-0077-44B8-9F4F-B857A9D1A069}" type="presParOf" srcId="{9879748E-5E3F-4CB4-86C3-DC869BEC99E8}" destId="{D10EB533-ED39-4D90-AEED-25AC95AC180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89242D-5E8B-4A41-9F04-58517A1A67BF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B602E8-77CF-4169-BD5D-2A5BBB0C9344}">
      <dgm:prSet/>
      <dgm:spPr/>
      <dgm:t>
        <a:bodyPr/>
        <a:lstStyle/>
        <a:p>
          <a:r>
            <a:rPr lang="en-US"/>
            <a:t>Micro-partitions = Fundamental storage unit</a:t>
          </a:r>
        </a:p>
      </dgm:t>
    </dgm:pt>
    <dgm:pt modelId="{32E81C36-E083-4155-8B41-22DCC4C69916}" type="parTrans" cxnId="{8214EC62-4C95-4981-AD19-ABE41215E2E8}">
      <dgm:prSet/>
      <dgm:spPr/>
      <dgm:t>
        <a:bodyPr/>
        <a:lstStyle/>
        <a:p>
          <a:endParaRPr lang="en-US"/>
        </a:p>
      </dgm:t>
    </dgm:pt>
    <dgm:pt modelId="{9654B6BF-4858-4C98-B106-08AFACA5B140}" type="sibTrans" cxnId="{8214EC62-4C95-4981-AD19-ABE41215E2E8}">
      <dgm:prSet/>
      <dgm:spPr/>
      <dgm:t>
        <a:bodyPr/>
        <a:lstStyle/>
        <a:p>
          <a:endParaRPr lang="en-US"/>
        </a:p>
      </dgm:t>
    </dgm:pt>
    <dgm:pt modelId="{7C1EBD1D-15CD-4754-ADC8-EBC1C1515134}">
      <dgm:prSet/>
      <dgm:spPr/>
      <dgm:t>
        <a:bodyPr/>
        <a:lstStyle/>
        <a:p>
          <a:r>
            <a:rPr lang="en-US"/>
            <a:t>Snowflake does this for automatically</a:t>
          </a:r>
        </a:p>
      </dgm:t>
    </dgm:pt>
    <dgm:pt modelId="{3387DE74-7216-452C-BBAE-F68953BB2CAD}" type="parTrans" cxnId="{8DA93EF5-A8D9-463C-928B-530DDAC27CC1}">
      <dgm:prSet/>
      <dgm:spPr/>
      <dgm:t>
        <a:bodyPr/>
        <a:lstStyle/>
        <a:p>
          <a:endParaRPr lang="en-US"/>
        </a:p>
      </dgm:t>
    </dgm:pt>
    <dgm:pt modelId="{C4B8C84C-5493-4E6B-8B42-67508AA96704}" type="sibTrans" cxnId="{8DA93EF5-A8D9-463C-928B-530DDAC27CC1}">
      <dgm:prSet/>
      <dgm:spPr/>
      <dgm:t>
        <a:bodyPr/>
        <a:lstStyle/>
        <a:p>
          <a:endParaRPr lang="en-US"/>
        </a:p>
      </dgm:t>
    </dgm:pt>
    <dgm:pt modelId="{D56F9204-711C-4BAF-9B48-92488C0BDBBF}">
      <dgm:prSet/>
      <dgm:spPr/>
      <dgm:t>
        <a:bodyPr/>
        <a:lstStyle/>
        <a:p>
          <a:r>
            <a:rPr lang="en-US"/>
            <a:t>Immutable and ~50–500 MB uncompressed</a:t>
          </a:r>
        </a:p>
      </dgm:t>
    </dgm:pt>
    <dgm:pt modelId="{11C0E0D4-17DC-424F-A270-0B806FA45B50}" type="parTrans" cxnId="{16C4F48F-378B-42EE-B2ED-930AA7A3395B}">
      <dgm:prSet/>
      <dgm:spPr/>
      <dgm:t>
        <a:bodyPr/>
        <a:lstStyle/>
        <a:p>
          <a:endParaRPr lang="en-US"/>
        </a:p>
      </dgm:t>
    </dgm:pt>
    <dgm:pt modelId="{75FE59BC-A3E3-4BD3-A03C-107D2C71F60E}" type="sibTrans" cxnId="{16C4F48F-378B-42EE-B2ED-930AA7A3395B}">
      <dgm:prSet/>
      <dgm:spPr/>
      <dgm:t>
        <a:bodyPr/>
        <a:lstStyle/>
        <a:p>
          <a:endParaRPr lang="en-US"/>
        </a:p>
      </dgm:t>
    </dgm:pt>
    <dgm:pt modelId="{B4D0AE3C-34E7-4B3A-B7DC-F37BC65436D5}">
      <dgm:prSet/>
      <dgm:spPr/>
      <dgm:t>
        <a:bodyPr/>
        <a:lstStyle/>
        <a:p>
          <a:r>
            <a:rPr lang="en-US"/>
            <a:t>Micro-partition metadata (column min/max) query pruning</a:t>
          </a:r>
        </a:p>
      </dgm:t>
    </dgm:pt>
    <dgm:pt modelId="{30897FE8-18A1-466C-85D6-60BA110ABD68}" type="parTrans" cxnId="{95B39068-0206-4734-8703-582AD50CFBAD}">
      <dgm:prSet/>
      <dgm:spPr/>
      <dgm:t>
        <a:bodyPr/>
        <a:lstStyle/>
        <a:p>
          <a:endParaRPr lang="en-US"/>
        </a:p>
      </dgm:t>
    </dgm:pt>
    <dgm:pt modelId="{5194DF68-A6E6-4061-9790-18382AF12F6D}" type="sibTrans" cxnId="{95B39068-0206-4734-8703-582AD50CFBAD}">
      <dgm:prSet/>
      <dgm:spPr/>
      <dgm:t>
        <a:bodyPr/>
        <a:lstStyle/>
        <a:p>
          <a:endParaRPr lang="en-US"/>
        </a:p>
      </dgm:t>
    </dgm:pt>
    <dgm:pt modelId="{D5BBC14F-92B3-430C-85AB-629568A9C8DF}">
      <dgm:prSet/>
      <dgm:spPr/>
      <dgm:t>
        <a:bodyPr/>
        <a:lstStyle/>
        <a:p>
          <a:r>
            <a:rPr lang="en-US"/>
            <a:t>Columnar format reduces the amount of data scanned</a:t>
          </a:r>
        </a:p>
      </dgm:t>
    </dgm:pt>
    <dgm:pt modelId="{6F60F24E-63B7-4DE5-8171-ACE41C56BBBB}" type="parTrans" cxnId="{10F7182D-792C-4F84-B3B8-2D271AD5F31B}">
      <dgm:prSet/>
      <dgm:spPr/>
      <dgm:t>
        <a:bodyPr/>
        <a:lstStyle/>
        <a:p>
          <a:endParaRPr lang="en-US"/>
        </a:p>
      </dgm:t>
    </dgm:pt>
    <dgm:pt modelId="{9DC397B0-1E4B-49C8-88E1-F478C3279C2C}" type="sibTrans" cxnId="{10F7182D-792C-4F84-B3B8-2D271AD5F31B}">
      <dgm:prSet/>
      <dgm:spPr/>
      <dgm:t>
        <a:bodyPr/>
        <a:lstStyle/>
        <a:p>
          <a:endParaRPr lang="en-US"/>
        </a:p>
      </dgm:t>
    </dgm:pt>
    <dgm:pt modelId="{5A2F59D4-B16C-4257-A1AB-B39942BA4672}">
      <dgm:prSet/>
      <dgm:spPr/>
      <dgm:t>
        <a:bodyPr/>
        <a:lstStyle/>
        <a:p>
          <a:r>
            <a:rPr lang="en-US"/>
            <a:t>Immutablity means preserving historical data =&gt; time-travel feature</a:t>
          </a:r>
        </a:p>
      </dgm:t>
    </dgm:pt>
    <dgm:pt modelId="{3455FB2D-FF23-4F78-B21F-1AB6FB104617}" type="parTrans" cxnId="{333E1494-B88C-454E-966E-63ED905F716E}">
      <dgm:prSet/>
      <dgm:spPr/>
      <dgm:t>
        <a:bodyPr/>
        <a:lstStyle/>
        <a:p>
          <a:endParaRPr lang="en-US"/>
        </a:p>
      </dgm:t>
    </dgm:pt>
    <dgm:pt modelId="{7003671B-386A-4F95-9B2A-C31CEFF1D0AD}" type="sibTrans" cxnId="{333E1494-B88C-454E-966E-63ED905F716E}">
      <dgm:prSet/>
      <dgm:spPr/>
      <dgm:t>
        <a:bodyPr/>
        <a:lstStyle/>
        <a:p>
          <a:endParaRPr lang="en-US"/>
        </a:p>
      </dgm:t>
    </dgm:pt>
    <dgm:pt modelId="{3B7369C9-F5AB-4313-A5E3-CEAFEF58CDD2}" type="pres">
      <dgm:prSet presAssocID="{E789242D-5E8B-4A41-9F04-58517A1A67BF}" presName="Name0" presStyleCnt="0">
        <dgm:presLayoutVars>
          <dgm:dir/>
          <dgm:animLvl val="lvl"/>
          <dgm:resizeHandles val="exact"/>
        </dgm:presLayoutVars>
      </dgm:prSet>
      <dgm:spPr/>
    </dgm:pt>
    <dgm:pt modelId="{D13A8C0E-8926-4AF2-A4A4-DF903B4C5E06}" type="pres">
      <dgm:prSet presAssocID="{33B602E8-77CF-4169-BD5D-2A5BBB0C9344}" presName="linNode" presStyleCnt="0"/>
      <dgm:spPr/>
    </dgm:pt>
    <dgm:pt modelId="{B88AD6DF-3D05-47DE-8F3C-ADFC1DB19245}" type="pres">
      <dgm:prSet presAssocID="{33B602E8-77CF-4169-BD5D-2A5BBB0C9344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7A684E2B-FB45-4CCA-846B-BDCC8FBAE556}" type="pres">
      <dgm:prSet presAssocID="{9654B6BF-4858-4C98-B106-08AFACA5B140}" presName="sp" presStyleCnt="0"/>
      <dgm:spPr/>
    </dgm:pt>
    <dgm:pt modelId="{7A4D54E5-8E41-45E5-84FC-120909820A65}" type="pres">
      <dgm:prSet presAssocID="{7C1EBD1D-15CD-4754-ADC8-EBC1C1515134}" presName="linNode" presStyleCnt="0"/>
      <dgm:spPr/>
    </dgm:pt>
    <dgm:pt modelId="{859BF01A-976B-47D0-AA9D-6ACB90B3BE1B}" type="pres">
      <dgm:prSet presAssocID="{7C1EBD1D-15CD-4754-ADC8-EBC1C1515134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06275F1D-06C2-4F81-99F3-91487C57AF9E}" type="pres">
      <dgm:prSet presAssocID="{C4B8C84C-5493-4E6B-8B42-67508AA96704}" presName="sp" presStyleCnt="0"/>
      <dgm:spPr/>
    </dgm:pt>
    <dgm:pt modelId="{F414BA4C-E6AE-408B-83F5-A1091329A017}" type="pres">
      <dgm:prSet presAssocID="{D56F9204-711C-4BAF-9B48-92488C0BDBBF}" presName="linNode" presStyleCnt="0"/>
      <dgm:spPr/>
    </dgm:pt>
    <dgm:pt modelId="{08F8DF75-E250-417B-864B-BD1B030783D9}" type="pres">
      <dgm:prSet presAssocID="{D56F9204-711C-4BAF-9B48-92488C0BDBBF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23502C1B-0798-436E-A7C1-D7D3082FADA2}" type="pres">
      <dgm:prSet presAssocID="{75FE59BC-A3E3-4BD3-A03C-107D2C71F60E}" presName="sp" presStyleCnt="0"/>
      <dgm:spPr/>
    </dgm:pt>
    <dgm:pt modelId="{4F677A13-60A7-4422-A5C1-756E743EEA3D}" type="pres">
      <dgm:prSet presAssocID="{B4D0AE3C-34E7-4B3A-B7DC-F37BC65436D5}" presName="linNode" presStyleCnt="0"/>
      <dgm:spPr/>
    </dgm:pt>
    <dgm:pt modelId="{AF9E71AB-E381-4771-8C7B-3C9DFDEC965B}" type="pres">
      <dgm:prSet presAssocID="{B4D0AE3C-34E7-4B3A-B7DC-F37BC65436D5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AE540406-BACC-48DF-8816-D41EA1D77DD2}" type="pres">
      <dgm:prSet presAssocID="{5194DF68-A6E6-4061-9790-18382AF12F6D}" presName="sp" presStyleCnt="0"/>
      <dgm:spPr/>
    </dgm:pt>
    <dgm:pt modelId="{2A0EFEB4-D994-4B42-8280-0765D84F8FD2}" type="pres">
      <dgm:prSet presAssocID="{D5BBC14F-92B3-430C-85AB-629568A9C8DF}" presName="linNode" presStyleCnt="0"/>
      <dgm:spPr/>
    </dgm:pt>
    <dgm:pt modelId="{864FAE42-7EF0-4AE0-833B-3159F808FCBA}" type="pres">
      <dgm:prSet presAssocID="{D5BBC14F-92B3-430C-85AB-629568A9C8DF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90B39B1-F5EE-4D0D-B623-A61259E9F0D5}" type="pres">
      <dgm:prSet presAssocID="{9DC397B0-1E4B-49C8-88E1-F478C3279C2C}" presName="sp" presStyleCnt="0"/>
      <dgm:spPr/>
    </dgm:pt>
    <dgm:pt modelId="{DCAE5EC0-08CC-42DC-9D97-56A97597B3C9}" type="pres">
      <dgm:prSet presAssocID="{5A2F59D4-B16C-4257-A1AB-B39942BA4672}" presName="linNode" presStyleCnt="0"/>
      <dgm:spPr/>
    </dgm:pt>
    <dgm:pt modelId="{3C3B34B6-962F-4622-A1CF-8A56486FE0DA}" type="pres">
      <dgm:prSet presAssocID="{5A2F59D4-B16C-4257-A1AB-B39942BA4672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456A6228-55A5-4EEC-B14D-82CB85CA176F}" type="presOf" srcId="{5A2F59D4-B16C-4257-A1AB-B39942BA4672}" destId="{3C3B34B6-962F-4622-A1CF-8A56486FE0DA}" srcOrd="0" destOrd="0" presId="urn:microsoft.com/office/officeart/2005/8/layout/vList5"/>
    <dgm:cxn modelId="{10F7182D-792C-4F84-B3B8-2D271AD5F31B}" srcId="{E789242D-5E8B-4A41-9F04-58517A1A67BF}" destId="{D5BBC14F-92B3-430C-85AB-629568A9C8DF}" srcOrd="4" destOrd="0" parTransId="{6F60F24E-63B7-4DE5-8171-ACE41C56BBBB}" sibTransId="{9DC397B0-1E4B-49C8-88E1-F478C3279C2C}"/>
    <dgm:cxn modelId="{FDF33241-0A81-46C9-BB19-E0ACCD898F19}" type="presOf" srcId="{33B602E8-77CF-4169-BD5D-2A5BBB0C9344}" destId="{B88AD6DF-3D05-47DE-8F3C-ADFC1DB19245}" srcOrd="0" destOrd="0" presId="urn:microsoft.com/office/officeart/2005/8/layout/vList5"/>
    <dgm:cxn modelId="{8214EC62-4C95-4981-AD19-ABE41215E2E8}" srcId="{E789242D-5E8B-4A41-9F04-58517A1A67BF}" destId="{33B602E8-77CF-4169-BD5D-2A5BBB0C9344}" srcOrd="0" destOrd="0" parTransId="{32E81C36-E083-4155-8B41-22DCC4C69916}" sibTransId="{9654B6BF-4858-4C98-B106-08AFACA5B140}"/>
    <dgm:cxn modelId="{95B39068-0206-4734-8703-582AD50CFBAD}" srcId="{E789242D-5E8B-4A41-9F04-58517A1A67BF}" destId="{B4D0AE3C-34E7-4B3A-B7DC-F37BC65436D5}" srcOrd="3" destOrd="0" parTransId="{30897FE8-18A1-466C-85D6-60BA110ABD68}" sibTransId="{5194DF68-A6E6-4061-9790-18382AF12F6D}"/>
    <dgm:cxn modelId="{A621B652-BBB8-44F5-9058-6E293C345231}" type="presOf" srcId="{D56F9204-711C-4BAF-9B48-92488C0BDBBF}" destId="{08F8DF75-E250-417B-864B-BD1B030783D9}" srcOrd="0" destOrd="0" presId="urn:microsoft.com/office/officeart/2005/8/layout/vList5"/>
    <dgm:cxn modelId="{16C4F48F-378B-42EE-B2ED-930AA7A3395B}" srcId="{E789242D-5E8B-4A41-9F04-58517A1A67BF}" destId="{D56F9204-711C-4BAF-9B48-92488C0BDBBF}" srcOrd="2" destOrd="0" parTransId="{11C0E0D4-17DC-424F-A270-0B806FA45B50}" sibTransId="{75FE59BC-A3E3-4BD3-A03C-107D2C71F60E}"/>
    <dgm:cxn modelId="{333E1494-B88C-454E-966E-63ED905F716E}" srcId="{E789242D-5E8B-4A41-9F04-58517A1A67BF}" destId="{5A2F59D4-B16C-4257-A1AB-B39942BA4672}" srcOrd="5" destOrd="0" parTransId="{3455FB2D-FF23-4F78-B21F-1AB6FB104617}" sibTransId="{7003671B-386A-4F95-9B2A-C31CEFF1D0AD}"/>
    <dgm:cxn modelId="{75477DA7-D09A-4B84-B84F-1FF5DD4A1D48}" type="presOf" srcId="{D5BBC14F-92B3-430C-85AB-629568A9C8DF}" destId="{864FAE42-7EF0-4AE0-833B-3159F808FCBA}" srcOrd="0" destOrd="0" presId="urn:microsoft.com/office/officeart/2005/8/layout/vList5"/>
    <dgm:cxn modelId="{CDB2C7AF-B079-447B-97E5-ECDAE1AA834C}" type="presOf" srcId="{E789242D-5E8B-4A41-9F04-58517A1A67BF}" destId="{3B7369C9-F5AB-4313-A5E3-CEAFEF58CDD2}" srcOrd="0" destOrd="0" presId="urn:microsoft.com/office/officeart/2005/8/layout/vList5"/>
    <dgm:cxn modelId="{5FD865DE-2CB2-483F-B96D-B7C6A9E0F442}" type="presOf" srcId="{7C1EBD1D-15CD-4754-ADC8-EBC1C1515134}" destId="{859BF01A-976B-47D0-AA9D-6ACB90B3BE1B}" srcOrd="0" destOrd="0" presId="urn:microsoft.com/office/officeart/2005/8/layout/vList5"/>
    <dgm:cxn modelId="{455650F1-3780-46F9-9633-8B711DD2C72C}" type="presOf" srcId="{B4D0AE3C-34E7-4B3A-B7DC-F37BC65436D5}" destId="{AF9E71AB-E381-4771-8C7B-3C9DFDEC965B}" srcOrd="0" destOrd="0" presId="urn:microsoft.com/office/officeart/2005/8/layout/vList5"/>
    <dgm:cxn modelId="{8DA93EF5-A8D9-463C-928B-530DDAC27CC1}" srcId="{E789242D-5E8B-4A41-9F04-58517A1A67BF}" destId="{7C1EBD1D-15CD-4754-ADC8-EBC1C1515134}" srcOrd="1" destOrd="0" parTransId="{3387DE74-7216-452C-BBAE-F68953BB2CAD}" sibTransId="{C4B8C84C-5493-4E6B-8B42-67508AA96704}"/>
    <dgm:cxn modelId="{70F090FD-E9FD-4660-BE65-F53D6BAFE22B}" type="presParOf" srcId="{3B7369C9-F5AB-4313-A5E3-CEAFEF58CDD2}" destId="{D13A8C0E-8926-4AF2-A4A4-DF903B4C5E06}" srcOrd="0" destOrd="0" presId="urn:microsoft.com/office/officeart/2005/8/layout/vList5"/>
    <dgm:cxn modelId="{C8B8F1A6-E7A7-46B5-9CAE-37B8D132F03E}" type="presParOf" srcId="{D13A8C0E-8926-4AF2-A4A4-DF903B4C5E06}" destId="{B88AD6DF-3D05-47DE-8F3C-ADFC1DB19245}" srcOrd="0" destOrd="0" presId="urn:microsoft.com/office/officeart/2005/8/layout/vList5"/>
    <dgm:cxn modelId="{953A3F4C-F85E-4597-95E0-C8FA76A84DAA}" type="presParOf" srcId="{3B7369C9-F5AB-4313-A5E3-CEAFEF58CDD2}" destId="{7A684E2B-FB45-4CCA-846B-BDCC8FBAE556}" srcOrd="1" destOrd="0" presId="urn:microsoft.com/office/officeart/2005/8/layout/vList5"/>
    <dgm:cxn modelId="{9F2EAA10-E551-4F75-B7F9-BAC8424A58BE}" type="presParOf" srcId="{3B7369C9-F5AB-4313-A5E3-CEAFEF58CDD2}" destId="{7A4D54E5-8E41-45E5-84FC-120909820A65}" srcOrd="2" destOrd="0" presId="urn:microsoft.com/office/officeart/2005/8/layout/vList5"/>
    <dgm:cxn modelId="{03EBC88D-80A2-444F-8534-AA5AA94A8B85}" type="presParOf" srcId="{7A4D54E5-8E41-45E5-84FC-120909820A65}" destId="{859BF01A-976B-47D0-AA9D-6ACB90B3BE1B}" srcOrd="0" destOrd="0" presId="urn:microsoft.com/office/officeart/2005/8/layout/vList5"/>
    <dgm:cxn modelId="{035FA251-EE74-4813-A0E8-DDEA2C233D0C}" type="presParOf" srcId="{3B7369C9-F5AB-4313-A5E3-CEAFEF58CDD2}" destId="{06275F1D-06C2-4F81-99F3-91487C57AF9E}" srcOrd="3" destOrd="0" presId="urn:microsoft.com/office/officeart/2005/8/layout/vList5"/>
    <dgm:cxn modelId="{AF08B286-DBE9-4339-9DBD-C37BDF8DF9EB}" type="presParOf" srcId="{3B7369C9-F5AB-4313-A5E3-CEAFEF58CDD2}" destId="{F414BA4C-E6AE-408B-83F5-A1091329A017}" srcOrd="4" destOrd="0" presId="urn:microsoft.com/office/officeart/2005/8/layout/vList5"/>
    <dgm:cxn modelId="{58897072-82AD-4903-B6AA-33DA6EC9CDB1}" type="presParOf" srcId="{F414BA4C-E6AE-408B-83F5-A1091329A017}" destId="{08F8DF75-E250-417B-864B-BD1B030783D9}" srcOrd="0" destOrd="0" presId="urn:microsoft.com/office/officeart/2005/8/layout/vList5"/>
    <dgm:cxn modelId="{C057CD69-8674-4472-AD95-4041D0956F42}" type="presParOf" srcId="{3B7369C9-F5AB-4313-A5E3-CEAFEF58CDD2}" destId="{23502C1B-0798-436E-A7C1-D7D3082FADA2}" srcOrd="5" destOrd="0" presId="urn:microsoft.com/office/officeart/2005/8/layout/vList5"/>
    <dgm:cxn modelId="{24FCAB5B-CB88-4E98-8433-986E349A7554}" type="presParOf" srcId="{3B7369C9-F5AB-4313-A5E3-CEAFEF58CDD2}" destId="{4F677A13-60A7-4422-A5C1-756E743EEA3D}" srcOrd="6" destOrd="0" presId="urn:microsoft.com/office/officeart/2005/8/layout/vList5"/>
    <dgm:cxn modelId="{B12EE784-154B-4E15-A8EE-D6414D5408D8}" type="presParOf" srcId="{4F677A13-60A7-4422-A5C1-756E743EEA3D}" destId="{AF9E71AB-E381-4771-8C7B-3C9DFDEC965B}" srcOrd="0" destOrd="0" presId="urn:microsoft.com/office/officeart/2005/8/layout/vList5"/>
    <dgm:cxn modelId="{EFB34EBC-673C-477A-AE77-3C77A5A76EB7}" type="presParOf" srcId="{3B7369C9-F5AB-4313-A5E3-CEAFEF58CDD2}" destId="{AE540406-BACC-48DF-8816-D41EA1D77DD2}" srcOrd="7" destOrd="0" presId="urn:microsoft.com/office/officeart/2005/8/layout/vList5"/>
    <dgm:cxn modelId="{A2503364-7F13-48C7-A215-64F66D4CD1A8}" type="presParOf" srcId="{3B7369C9-F5AB-4313-A5E3-CEAFEF58CDD2}" destId="{2A0EFEB4-D994-4B42-8280-0765D84F8FD2}" srcOrd="8" destOrd="0" presId="urn:microsoft.com/office/officeart/2005/8/layout/vList5"/>
    <dgm:cxn modelId="{DEA00ACC-DA33-4FA9-8280-01A8E489C211}" type="presParOf" srcId="{2A0EFEB4-D994-4B42-8280-0765D84F8FD2}" destId="{864FAE42-7EF0-4AE0-833B-3159F808FCBA}" srcOrd="0" destOrd="0" presId="urn:microsoft.com/office/officeart/2005/8/layout/vList5"/>
    <dgm:cxn modelId="{A47B6CD0-B85D-4EFC-A9C1-341F12C0D5EB}" type="presParOf" srcId="{3B7369C9-F5AB-4313-A5E3-CEAFEF58CDD2}" destId="{D90B39B1-F5EE-4D0D-B623-A61259E9F0D5}" srcOrd="9" destOrd="0" presId="urn:microsoft.com/office/officeart/2005/8/layout/vList5"/>
    <dgm:cxn modelId="{FF0A791F-3389-4EC3-BB3B-E5DF1024C9F2}" type="presParOf" srcId="{3B7369C9-F5AB-4313-A5E3-CEAFEF58CDD2}" destId="{DCAE5EC0-08CC-42DC-9D97-56A97597B3C9}" srcOrd="10" destOrd="0" presId="urn:microsoft.com/office/officeart/2005/8/layout/vList5"/>
    <dgm:cxn modelId="{1AB0785C-2AD2-469E-856A-80B3626FE323}" type="presParOf" srcId="{DCAE5EC0-08CC-42DC-9D97-56A97597B3C9}" destId="{3C3B34B6-962F-4622-A1CF-8A56486FE0D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70158-B173-421F-93C1-D2508906A6B5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Meet regularly: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Monthly cadence to cover highlights for discussion.</a:t>
          </a:r>
        </a:p>
      </dsp:txBody>
      <dsp:txXfrm>
        <a:off x="853" y="1681486"/>
        <a:ext cx="3457633" cy="2489496"/>
      </dsp:txXfrm>
    </dsp:sp>
    <dsp:sp modelId="{F2392FD2-2A17-46D0-9FD7-25FFEFE3A84F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F21EFCC5-9E08-4E15-9F03-8E07E1C59B81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Study time: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Use time between meetings to supplement</a:t>
          </a:r>
        </a:p>
      </dsp:txBody>
      <dsp:txXfrm>
        <a:off x="3735097" y="1681486"/>
        <a:ext cx="3457633" cy="2489496"/>
      </dsp:txXfrm>
    </dsp:sp>
    <dsp:sp modelId="{00E28F1B-9A9B-4564-AA6B-49C3720E842C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F9567988-D7D6-45BF-B032-2A8E78DB2AAD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Switch it up: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Use videos, documentation, hands-on practice, and podcasts.</a:t>
          </a:r>
        </a:p>
      </dsp:txBody>
      <dsp:txXfrm>
        <a:off x="7469341" y="1681486"/>
        <a:ext cx="3457633" cy="2489496"/>
      </dsp:txXfrm>
    </dsp:sp>
    <dsp:sp modelId="{8DF78A41-764B-47EA-98FE-C3F5C7B82A09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06868-5C85-4528-A429-7DC9601830C4}">
      <dsp:nvSpPr>
        <dsp:cNvPr id="0" name=""/>
        <dsp:cNvSpPr/>
      </dsp:nvSpPr>
      <dsp:spPr>
        <a:xfrm>
          <a:off x="2329474" y="8324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875447"/>
        <a:ext cx="26784" cy="5356"/>
      </dsp:txXfrm>
    </dsp:sp>
    <dsp:sp modelId="{22D1399B-2423-46F6-A39F-9AAF282ABA4C}">
      <dsp:nvSpPr>
        <dsp:cNvPr id="0" name=""/>
        <dsp:cNvSpPr/>
      </dsp:nvSpPr>
      <dsp:spPr>
        <a:xfrm>
          <a:off x="2174" y="179395"/>
          <a:ext cx="2329100" cy="13974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Snowsight</a:t>
          </a:r>
          <a:r>
            <a:rPr lang="en-US" sz="1600" kern="1200" dirty="0"/>
            <a:t> – Modern web UI, your primary tool</a:t>
          </a:r>
        </a:p>
      </dsp:txBody>
      <dsp:txXfrm>
        <a:off x="2174" y="179395"/>
        <a:ext cx="2329100" cy="1397460"/>
      </dsp:txXfrm>
    </dsp:sp>
    <dsp:sp modelId="{6F59DE58-7DED-4315-AD48-CB7BE55F85BD}">
      <dsp:nvSpPr>
        <dsp:cNvPr id="0" name=""/>
        <dsp:cNvSpPr/>
      </dsp:nvSpPr>
      <dsp:spPr>
        <a:xfrm>
          <a:off x="5194267" y="8324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875447"/>
        <a:ext cx="26784" cy="5356"/>
      </dsp:txXfrm>
    </dsp:sp>
    <dsp:sp modelId="{7FC61B36-5910-45BE-97D9-77AB0A98D129}">
      <dsp:nvSpPr>
        <dsp:cNvPr id="0" name=""/>
        <dsp:cNvSpPr/>
      </dsp:nvSpPr>
      <dsp:spPr>
        <a:xfrm>
          <a:off x="2866967" y="179395"/>
          <a:ext cx="2329100" cy="13974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SnowSQL – command-line</a:t>
          </a:r>
        </a:p>
      </dsp:txBody>
      <dsp:txXfrm>
        <a:off x="2866967" y="179395"/>
        <a:ext cx="2329100" cy="1397460"/>
      </dsp:txXfrm>
    </dsp:sp>
    <dsp:sp modelId="{B4FA55E2-A34F-488E-AAB8-A9AE6D33A307}">
      <dsp:nvSpPr>
        <dsp:cNvPr id="0" name=""/>
        <dsp:cNvSpPr/>
      </dsp:nvSpPr>
      <dsp:spPr>
        <a:xfrm>
          <a:off x="8059061" y="8324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875447"/>
        <a:ext cx="26784" cy="5356"/>
      </dsp:txXfrm>
    </dsp:sp>
    <dsp:sp modelId="{E1DA8E2F-1E4E-4FAB-83AC-37ABEA826724}">
      <dsp:nvSpPr>
        <dsp:cNvPr id="0" name=""/>
        <dsp:cNvSpPr/>
      </dsp:nvSpPr>
      <dsp:spPr>
        <a:xfrm>
          <a:off x="5731761" y="179395"/>
          <a:ext cx="2329100" cy="13974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SnowCD – Snowflake connectivity diagnostic</a:t>
          </a:r>
        </a:p>
      </dsp:txBody>
      <dsp:txXfrm>
        <a:off x="5731761" y="179395"/>
        <a:ext cx="2329100" cy="1397460"/>
      </dsp:txXfrm>
    </dsp:sp>
    <dsp:sp modelId="{979602EA-5C75-4C48-861A-844D498411B4}">
      <dsp:nvSpPr>
        <dsp:cNvPr id="0" name=""/>
        <dsp:cNvSpPr/>
      </dsp:nvSpPr>
      <dsp:spPr>
        <a:xfrm>
          <a:off x="1166724" y="1575055"/>
          <a:ext cx="8594380" cy="505093"/>
        </a:xfrm>
        <a:custGeom>
          <a:avLst/>
          <a:gdLst/>
          <a:ahLst/>
          <a:cxnLst/>
          <a:rect l="0" t="0" r="0" b="0"/>
          <a:pathLst>
            <a:path>
              <a:moveTo>
                <a:pt x="8594380" y="0"/>
              </a:moveTo>
              <a:lnTo>
                <a:pt x="8594380" y="269646"/>
              </a:lnTo>
              <a:lnTo>
                <a:pt x="0" y="269646"/>
              </a:lnTo>
              <a:lnTo>
                <a:pt x="0" y="50509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8638" y="1824924"/>
        <a:ext cx="430552" cy="5356"/>
      </dsp:txXfrm>
    </dsp:sp>
    <dsp:sp modelId="{DF5CE341-FB97-46C5-A228-5FB080FB8F55}">
      <dsp:nvSpPr>
        <dsp:cNvPr id="0" name=""/>
        <dsp:cNvSpPr/>
      </dsp:nvSpPr>
      <dsp:spPr>
        <a:xfrm>
          <a:off x="8596554" y="179395"/>
          <a:ext cx="2329100" cy="13974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Streamlit – Framework for Python-based web apps</a:t>
          </a:r>
        </a:p>
      </dsp:txBody>
      <dsp:txXfrm>
        <a:off x="8596554" y="179395"/>
        <a:ext cx="2329100" cy="1397460"/>
      </dsp:txXfrm>
    </dsp:sp>
    <dsp:sp modelId="{F74857D7-F61C-4771-B459-CD3F727804D0}">
      <dsp:nvSpPr>
        <dsp:cNvPr id="0" name=""/>
        <dsp:cNvSpPr/>
      </dsp:nvSpPr>
      <dsp:spPr>
        <a:xfrm>
          <a:off x="2329474" y="27655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2808600"/>
        <a:ext cx="26784" cy="5356"/>
      </dsp:txXfrm>
    </dsp:sp>
    <dsp:sp modelId="{66651942-513C-4A52-B336-F31390EEACB7}">
      <dsp:nvSpPr>
        <dsp:cNvPr id="0" name=""/>
        <dsp:cNvSpPr/>
      </dsp:nvSpPr>
      <dsp:spPr>
        <a:xfrm>
          <a:off x="2174" y="2112549"/>
          <a:ext cx="2329100" cy="13974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Snowpark – Framework in Snowflake Data Cloud for Java, Scala, and Python</a:t>
          </a:r>
        </a:p>
      </dsp:txBody>
      <dsp:txXfrm>
        <a:off x="2174" y="2112549"/>
        <a:ext cx="2329100" cy="1397460"/>
      </dsp:txXfrm>
    </dsp:sp>
    <dsp:sp modelId="{2912C054-144F-49D1-A3B7-82601098E4D6}">
      <dsp:nvSpPr>
        <dsp:cNvPr id="0" name=""/>
        <dsp:cNvSpPr/>
      </dsp:nvSpPr>
      <dsp:spPr>
        <a:xfrm>
          <a:off x="5194267" y="27655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2808600"/>
        <a:ext cx="26784" cy="5356"/>
      </dsp:txXfrm>
    </dsp:sp>
    <dsp:sp modelId="{D2253CAC-D680-49F0-8718-CAFF545F0ADA}">
      <dsp:nvSpPr>
        <dsp:cNvPr id="0" name=""/>
        <dsp:cNvSpPr/>
      </dsp:nvSpPr>
      <dsp:spPr>
        <a:xfrm>
          <a:off x="2866967" y="2112549"/>
          <a:ext cx="2329100" cy="13974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Cortex – Managed AI/ML services</a:t>
          </a:r>
        </a:p>
      </dsp:txBody>
      <dsp:txXfrm>
        <a:off x="2866967" y="2112549"/>
        <a:ext cx="2329100" cy="1397460"/>
      </dsp:txXfrm>
    </dsp:sp>
    <dsp:sp modelId="{10492B7F-381A-4793-94C5-DC1741E86E4F}">
      <dsp:nvSpPr>
        <dsp:cNvPr id="0" name=""/>
        <dsp:cNvSpPr/>
      </dsp:nvSpPr>
      <dsp:spPr>
        <a:xfrm>
          <a:off x="8059061" y="27655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2808600"/>
        <a:ext cx="26784" cy="5356"/>
      </dsp:txXfrm>
    </dsp:sp>
    <dsp:sp modelId="{B85E2CEC-E721-4195-8DC8-D54E88C65BD5}">
      <dsp:nvSpPr>
        <dsp:cNvPr id="0" name=""/>
        <dsp:cNvSpPr/>
      </dsp:nvSpPr>
      <dsp:spPr>
        <a:xfrm>
          <a:off x="5731761" y="2112549"/>
          <a:ext cx="2329100" cy="13974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API – REST-based SQL</a:t>
          </a:r>
        </a:p>
      </dsp:txBody>
      <dsp:txXfrm>
        <a:off x="5731761" y="2112549"/>
        <a:ext cx="2329100" cy="1397460"/>
      </dsp:txXfrm>
    </dsp:sp>
    <dsp:sp modelId="{8B689E2F-B0EF-4C38-B8BD-B2BAE734E3FD}">
      <dsp:nvSpPr>
        <dsp:cNvPr id="0" name=""/>
        <dsp:cNvSpPr/>
      </dsp:nvSpPr>
      <dsp:spPr>
        <a:xfrm>
          <a:off x="8596554" y="2112549"/>
          <a:ext cx="2329100" cy="13974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Drivers + connectors – drivers handle the plumbing, connectors wrap them</a:t>
          </a:r>
        </a:p>
      </dsp:txBody>
      <dsp:txXfrm>
        <a:off x="8596554" y="2112549"/>
        <a:ext cx="2329100" cy="1397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6C449-2E8F-4252-A2EE-0E3523C5DF2D}">
      <dsp:nvSpPr>
        <dsp:cNvPr id="0" name=""/>
        <dsp:cNvSpPr/>
      </dsp:nvSpPr>
      <dsp:spPr>
        <a:xfrm>
          <a:off x="494647" y="1269643"/>
          <a:ext cx="807626" cy="80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5C48A-636D-4A78-8FAC-85002E5124CE}">
      <dsp:nvSpPr>
        <dsp:cNvPr id="0" name=""/>
        <dsp:cNvSpPr/>
      </dsp:nvSpPr>
      <dsp:spPr>
        <a:xfrm>
          <a:off x="1097" y="2346722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Permanent: 7-day Time Travel (90 days Enterprise), has Fail-safe</a:t>
          </a:r>
        </a:p>
      </dsp:txBody>
      <dsp:txXfrm>
        <a:off x="1097" y="2346722"/>
        <a:ext cx="1794726" cy="717890"/>
      </dsp:txXfrm>
    </dsp:sp>
    <dsp:sp modelId="{0CBF3E3D-AFC0-4CF9-A9CF-1847F1B04A8C}">
      <dsp:nvSpPr>
        <dsp:cNvPr id="0" name=""/>
        <dsp:cNvSpPr/>
      </dsp:nvSpPr>
      <dsp:spPr>
        <a:xfrm>
          <a:off x="2603450" y="1269643"/>
          <a:ext cx="807626" cy="80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66977-C985-485F-A498-560389AE2F4F}">
      <dsp:nvSpPr>
        <dsp:cNvPr id="0" name=""/>
        <dsp:cNvSpPr/>
      </dsp:nvSpPr>
      <dsp:spPr>
        <a:xfrm>
          <a:off x="2109901" y="2346722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Transient: 24-hour Time Travel max, NO Fail-safe</a:t>
          </a:r>
        </a:p>
      </dsp:txBody>
      <dsp:txXfrm>
        <a:off x="2109901" y="2346722"/>
        <a:ext cx="1794726" cy="717890"/>
      </dsp:txXfrm>
    </dsp:sp>
    <dsp:sp modelId="{0E3CA2AB-BE46-4184-B119-87A1A171F727}">
      <dsp:nvSpPr>
        <dsp:cNvPr id="0" name=""/>
        <dsp:cNvSpPr/>
      </dsp:nvSpPr>
      <dsp:spPr>
        <a:xfrm>
          <a:off x="4712254" y="1269643"/>
          <a:ext cx="807626" cy="80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CEF5F-D43D-495A-B33F-C8E0102E5386}">
      <dsp:nvSpPr>
        <dsp:cNvPr id="0" name=""/>
        <dsp:cNvSpPr/>
      </dsp:nvSpPr>
      <dsp:spPr>
        <a:xfrm>
          <a:off x="4218704" y="2346722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Temporary: Session-specific</a:t>
          </a:r>
        </a:p>
      </dsp:txBody>
      <dsp:txXfrm>
        <a:off x="4218704" y="2346722"/>
        <a:ext cx="1794726" cy="717890"/>
      </dsp:txXfrm>
    </dsp:sp>
    <dsp:sp modelId="{107BD59A-29D8-4F05-BF07-EB39B5FFA0F2}">
      <dsp:nvSpPr>
        <dsp:cNvPr id="0" name=""/>
        <dsp:cNvSpPr/>
      </dsp:nvSpPr>
      <dsp:spPr>
        <a:xfrm>
          <a:off x="6821058" y="1269643"/>
          <a:ext cx="807626" cy="8076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F450C-10AF-4522-9697-B18CFD171562}">
      <dsp:nvSpPr>
        <dsp:cNvPr id="0" name=""/>
        <dsp:cNvSpPr/>
      </dsp:nvSpPr>
      <dsp:spPr>
        <a:xfrm>
          <a:off x="6327508" y="2346722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External: Query files in external stages as tables</a:t>
          </a:r>
        </a:p>
      </dsp:txBody>
      <dsp:txXfrm>
        <a:off x="6327508" y="2346722"/>
        <a:ext cx="1794726" cy="717890"/>
      </dsp:txXfrm>
    </dsp:sp>
    <dsp:sp modelId="{532F88DC-9A32-49B0-834C-5A4380899053}">
      <dsp:nvSpPr>
        <dsp:cNvPr id="0" name=""/>
        <dsp:cNvSpPr/>
      </dsp:nvSpPr>
      <dsp:spPr>
        <a:xfrm>
          <a:off x="8929861" y="1269643"/>
          <a:ext cx="807626" cy="8076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EB533-ED39-4D90-AEED-25AC95AC180E}">
      <dsp:nvSpPr>
        <dsp:cNvPr id="0" name=""/>
        <dsp:cNvSpPr/>
      </dsp:nvSpPr>
      <dsp:spPr>
        <a:xfrm>
          <a:off x="8436312" y="2346722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Iceberg: Apache Iceberg format with evolution &amp; time travel on data lake</a:t>
          </a:r>
        </a:p>
      </dsp:txBody>
      <dsp:txXfrm>
        <a:off x="8436312" y="2346722"/>
        <a:ext cx="1794726" cy="7178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AD6DF-3D05-47DE-8F3C-ADFC1DB19245}">
      <dsp:nvSpPr>
        <dsp:cNvPr id="0" name=""/>
        <dsp:cNvSpPr/>
      </dsp:nvSpPr>
      <dsp:spPr>
        <a:xfrm>
          <a:off x="3364992" y="1084"/>
          <a:ext cx="3785616" cy="6314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Micro-partitions = Fundamental storage unit</a:t>
          </a:r>
        </a:p>
      </dsp:txBody>
      <dsp:txXfrm>
        <a:off x="3395818" y="31910"/>
        <a:ext cx="3723964" cy="569821"/>
      </dsp:txXfrm>
    </dsp:sp>
    <dsp:sp modelId="{859BF01A-976B-47D0-AA9D-6ACB90B3BE1B}">
      <dsp:nvSpPr>
        <dsp:cNvPr id="0" name=""/>
        <dsp:cNvSpPr/>
      </dsp:nvSpPr>
      <dsp:spPr>
        <a:xfrm>
          <a:off x="3364992" y="664131"/>
          <a:ext cx="3785616" cy="631473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Snowflake does this for automatically</a:t>
          </a:r>
        </a:p>
      </dsp:txBody>
      <dsp:txXfrm>
        <a:off x="3395818" y="694957"/>
        <a:ext cx="3723964" cy="569821"/>
      </dsp:txXfrm>
    </dsp:sp>
    <dsp:sp modelId="{08F8DF75-E250-417B-864B-BD1B030783D9}">
      <dsp:nvSpPr>
        <dsp:cNvPr id="0" name=""/>
        <dsp:cNvSpPr/>
      </dsp:nvSpPr>
      <dsp:spPr>
        <a:xfrm>
          <a:off x="3364992" y="1327178"/>
          <a:ext cx="3785616" cy="631473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Immutable and ~50–500 MB uncompressed</a:t>
          </a:r>
        </a:p>
      </dsp:txBody>
      <dsp:txXfrm>
        <a:off x="3395818" y="1358004"/>
        <a:ext cx="3723964" cy="569821"/>
      </dsp:txXfrm>
    </dsp:sp>
    <dsp:sp modelId="{AF9E71AB-E381-4771-8C7B-3C9DFDEC965B}">
      <dsp:nvSpPr>
        <dsp:cNvPr id="0" name=""/>
        <dsp:cNvSpPr/>
      </dsp:nvSpPr>
      <dsp:spPr>
        <a:xfrm>
          <a:off x="3364992" y="1990224"/>
          <a:ext cx="3785616" cy="631473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Micro-partition metadata (column min/max) query pruning</a:t>
          </a:r>
        </a:p>
      </dsp:txBody>
      <dsp:txXfrm>
        <a:off x="3395818" y="2021050"/>
        <a:ext cx="3723964" cy="569821"/>
      </dsp:txXfrm>
    </dsp:sp>
    <dsp:sp modelId="{864FAE42-7EF0-4AE0-833B-3159F808FCBA}">
      <dsp:nvSpPr>
        <dsp:cNvPr id="0" name=""/>
        <dsp:cNvSpPr/>
      </dsp:nvSpPr>
      <dsp:spPr>
        <a:xfrm>
          <a:off x="3364992" y="2653271"/>
          <a:ext cx="3785616" cy="631473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Columnar format reduces the amount of data scanned</a:t>
          </a:r>
        </a:p>
      </dsp:txBody>
      <dsp:txXfrm>
        <a:off x="3395818" y="2684097"/>
        <a:ext cx="3723964" cy="569821"/>
      </dsp:txXfrm>
    </dsp:sp>
    <dsp:sp modelId="{3C3B34B6-962F-4622-A1CF-8A56486FE0DA}">
      <dsp:nvSpPr>
        <dsp:cNvPr id="0" name=""/>
        <dsp:cNvSpPr/>
      </dsp:nvSpPr>
      <dsp:spPr>
        <a:xfrm>
          <a:off x="3364992" y="3316318"/>
          <a:ext cx="3785616" cy="63147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Immutablity means preserving historical data =&gt; time-travel feature</a:t>
          </a:r>
        </a:p>
      </dsp:txBody>
      <dsp:txXfrm>
        <a:off x="3395818" y="3347144"/>
        <a:ext cx="3723964" cy="5698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F5EC9-41A0-4918-941B-57DC25B05EF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CA74-5EE7-4E63-B2BF-395ACC872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9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has a page for each domain, organized to match the official study guide (as of Aug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BCA74-5EE7-4E63-B2BF-395ACC8729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22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2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5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8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23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1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3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53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68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5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0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ECA1A3-B9AE-4F59-9725-513FFCDBA1A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AD4A198-1014-4EF9-BDC0-7443130C0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083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nowflake-study-group-atlanta.github.i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nowflake.com/e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demy.com/course/ultimate-snowpro-core-certification-course-exam/" TargetMode="External"/><Relationship Id="rId4" Type="http://schemas.openxmlformats.org/officeDocument/2006/relationships/hyperlink" Target="https://signup.snowflake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7CDC2-B00B-47E3-4559-11464D40A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 err="1">
                <a:solidFill>
                  <a:schemeClr val="tx2"/>
                </a:solidFill>
              </a:rPr>
              <a:t>SnowPro</a:t>
            </a:r>
            <a:r>
              <a:rPr lang="en-US" sz="4000" dirty="0">
                <a:solidFill>
                  <a:schemeClr val="tx2"/>
                </a:solidFill>
              </a:rPr>
              <a:t> Study Group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5768-1B9B-51F6-2F75-AB6D5A510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600" dirty="0">
                <a:solidFill>
                  <a:schemeClr val="tx2"/>
                </a:solidFill>
              </a:rPr>
              <a:t>01/28/2026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</a:rPr>
              <a:t>Snowflake AI Data Cloud Features and Architecture </a:t>
            </a:r>
          </a:p>
        </p:txBody>
      </p:sp>
      <p:pic>
        <p:nvPicPr>
          <p:cNvPr id="7" name="Graphic 6" descr="Group">
            <a:extLst>
              <a:ext uri="{FF2B5EF4-FFF2-40B4-BE49-F238E27FC236}">
                <a16:creationId xmlns:a16="http://schemas.microsoft.com/office/drawing/2014/main" id="{49F7368F-5DA8-27D7-770A-3F5418B5D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8331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B3E2C-8406-BCD2-2185-E05AA41CD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67"/>
          <a:stretch>
            <a:fillRect/>
          </a:stretch>
        </p:blipFill>
        <p:spPr>
          <a:xfrm>
            <a:off x="621676" y="671047"/>
            <a:ext cx="2488580" cy="2549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E0CF6-F634-6815-69DC-34AA26B6D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3" y="3586297"/>
            <a:ext cx="5289720" cy="2644860"/>
          </a:xfrm>
          <a:prstGeom prst="rect">
            <a:avLst/>
          </a:prstGeom>
        </p:spPr>
      </p:pic>
      <p:sp>
        <p:nvSpPr>
          <p:cNvPr id="1033" name="Right Triangle 103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331B2-C048-2E83-1CD1-FFC28B5C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33" y="1188637"/>
            <a:ext cx="4218138" cy="1597228"/>
          </a:xfrm>
        </p:spPr>
        <p:txBody>
          <a:bodyPr>
            <a:normAutofit/>
          </a:bodyPr>
          <a:lstStyle/>
          <a:p>
            <a:r>
              <a:rPr lang="en-US" sz="5400" dirty="0"/>
              <a:t>Lance England</a:t>
            </a:r>
          </a:p>
        </p:txBody>
      </p:sp>
      <p:pic>
        <p:nvPicPr>
          <p:cNvPr id="1026" name="Picture 2" descr="SnowPro Core Certification">
            <a:extLst>
              <a:ext uri="{FF2B5EF4-FFF2-40B4-BE49-F238E27FC236}">
                <a16:creationId xmlns:a16="http://schemas.microsoft.com/office/drawing/2014/main" id="{632D7BDF-363E-39E6-ED5B-F71D7A8E0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31990" y="863172"/>
            <a:ext cx="2488580" cy="216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32E83A-6D57-A639-F223-AF696257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832" y="2998278"/>
            <a:ext cx="3684551" cy="189376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Senior Consultant at Improving</a:t>
            </a:r>
          </a:p>
          <a:p>
            <a:pPr marL="0" indent="0">
              <a:buNone/>
            </a:pPr>
            <a:r>
              <a:rPr lang="en-US" sz="2000" dirty="0"/>
              <a:t>Data and cloud specialist with certifications from Snowflake and Microsoft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315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31524-4939-1655-6B5C-04C16D91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New SnowPro exam coming Feb 2026!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4A32-0E86-1429-63E8-411204CDD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1700"/>
              <a:t>COF-C02 to retire May 14, 2026</a:t>
            </a:r>
          </a:p>
          <a:p>
            <a:r>
              <a:rPr lang="en-US" sz="1700"/>
              <a:t>COF-C03 available Feb 16, 2026</a:t>
            </a:r>
          </a:p>
          <a:p>
            <a:r>
              <a:rPr lang="en-US" sz="1700"/>
              <a:t>We will update content to COF-C03 </a:t>
            </a:r>
          </a:p>
          <a:p>
            <a:r>
              <a:rPr lang="en-US" sz="1700"/>
              <a:t>Changes include:</a:t>
            </a:r>
          </a:p>
          <a:p>
            <a:pPr lvl="1"/>
            <a:r>
              <a:rPr lang="en-US" sz="1700"/>
              <a:t>Refined domains (five instead of six)</a:t>
            </a:r>
          </a:p>
          <a:p>
            <a:pPr lvl="1"/>
            <a:r>
              <a:rPr lang="en-US" sz="1700"/>
              <a:t>New content (Iceberg, Notebooks, Cortex)</a:t>
            </a:r>
          </a:p>
          <a:p>
            <a:pPr lvl="1"/>
            <a:r>
              <a:rPr lang="en-US" sz="1700"/>
              <a:t>New weights: More emphasis on architecture and performance</a:t>
            </a:r>
          </a:p>
          <a:p>
            <a:pPr lvl="1"/>
            <a:endParaRPr lang="en-US" sz="1700"/>
          </a:p>
          <a:p>
            <a:pPr lvl="1"/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13016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793D6-42A4-7866-50E2-E5E413C0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Learning Approach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91BF9C0-F190-3E17-C2E8-D5069B526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96322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364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B8324-FA00-1C3D-A890-14F8FE5CF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Group Website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1FFD-443A-2D4B-3BF2-8584EB12A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>
                <a:hlinkClick r:id="rId2"/>
              </a:rPr>
              <a:t>https://snowflake-study-group-atlanta.github.io</a:t>
            </a: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Has links for notes, slides, and “podcasts” generated from NotebookLM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F3D57-07E7-28C3-1221-6DB098DD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426921"/>
            <a:ext cx="6903720" cy="400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8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C52A8-30A1-2591-67C6-445F97F5F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Other Resources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BB6DD-4B59-765B-4289-52341DE9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Official Docs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docs.snowflake.com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Snowflake Trial</a:t>
            </a:r>
          </a:p>
          <a:p>
            <a:pPr marL="0" indent="0">
              <a:buNone/>
            </a:pPr>
            <a:r>
              <a:rPr lang="en-US" sz="2000" dirty="0">
                <a:hlinkClick r:id="rId4"/>
              </a:rPr>
              <a:t>signup.snowflake.com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Tom Bailey’s Udemy course (recommended)</a:t>
            </a:r>
          </a:p>
          <a:p>
            <a:pPr marL="0" indent="0">
              <a:buNone/>
            </a:pPr>
            <a:r>
              <a:rPr lang="en-US" sz="2000" dirty="0">
                <a:hlinkClick r:id="rId5"/>
              </a:rPr>
              <a:t>https://www.udemy.com/course/ultimate-snowpro-core-certification-course-exam/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140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D992F-5392-0A14-9BF8-9A6FBEFE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67B19D-8483-43E5-5E6F-4C7214A4E2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020687"/>
            <a:ext cx="6780700" cy="481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53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D43BD-EC25-6E78-A67F-B4FC3594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Concept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A5FA6-860F-B24A-F49A-86D2176B0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000" dirty="0"/>
              <a:t>Snowflake’s architecture is a hybrid of traditional shared-disk and shared-nothing database architectures. </a:t>
            </a:r>
          </a:p>
          <a:p>
            <a:r>
              <a:rPr lang="en-US" sz="2000" dirty="0"/>
              <a:t>Shared disk = central data repository accessible from all compute nodes</a:t>
            </a:r>
          </a:p>
          <a:p>
            <a:r>
              <a:rPr lang="en-US" sz="2000" dirty="0"/>
              <a:t>Shared nothing = parallel processing where each node has a portion of the data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Hybrid = Each node contains a cached portion of the shared data.</a:t>
            </a:r>
          </a:p>
        </p:txBody>
      </p:sp>
    </p:spTree>
    <p:extLst>
      <p:ext uri="{BB962C8B-B14F-4D97-AF65-F5344CB8AC3E}">
        <p14:creationId xmlns:p14="http://schemas.microsoft.com/office/powerpoint/2010/main" val="287605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67D95-9AEA-CAE4-D34D-740A4E5E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Editions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1EB2D-D07B-220F-F50E-89AD8DE2A9F0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https://docs.snowflake.com/en/user-guide/intro-editions#feature-and-edition-matrix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85E2E8-7FE4-D186-8FD7-CC1766043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879258"/>
              </p:ext>
            </p:extLst>
          </p:nvPr>
        </p:nvGraphicFramePr>
        <p:xfrm>
          <a:off x="432225" y="2052837"/>
          <a:ext cx="11327551" cy="427907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360820">
                  <a:extLst>
                    <a:ext uri="{9D8B030D-6E8A-4147-A177-3AD203B41FA5}">
                      <a16:colId xmlns:a16="http://schemas.microsoft.com/office/drawing/2014/main" val="4189638010"/>
                    </a:ext>
                  </a:extLst>
                </a:gridCol>
                <a:gridCol w="2708550">
                  <a:extLst>
                    <a:ext uri="{9D8B030D-6E8A-4147-A177-3AD203B41FA5}">
                      <a16:colId xmlns:a16="http://schemas.microsoft.com/office/drawing/2014/main" val="4163051675"/>
                    </a:ext>
                  </a:extLst>
                </a:gridCol>
                <a:gridCol w="2708550">
                  <a:extLst>
                    <a:ext uri="{9D8B030D-6E8A-4147-A177-3AD203B41FA5}">
                      <a16:colId xmlns:a16="http://schemas.microsoft.com/office/drawing/2014/main" val="384501790"/>
                    </a:ext>
                  </a:extLst>
                </a:gridCol>
                <a:gridCol w="2549631">
                  <a:extLst>
                    <a:ext uri="{9D8B030D-6E8A-4147-A177-3AD203B41FA5}">
                      <a16:colId xmlns:a16="http://schemas.microsoft.com/office/drawing/2014/main" val="3346941290"/>
                    </a:ext>
                  </a:extLst>
                </a:gridCol>
              </a:tblGrid>
              <a:tr h="1234276">
                <a:tc>
                  <a:txBody>
                    <a:bodyPr/>
                    <a:lstStyle/>
                    <a:p>
                      <a:r>
                        <a:rPr lang="en-US" sz="1900" b="0" cap="all" spc="150">
                          <a:solidFill>
                            <a:schemeClr val="lt1"/>
                          </a:solidFill>
                        </a:rPr>
                        <a:t>Standard</a:t>
                      </a:r>
                    </a:p>
                  </a:txBody>
                  <a:tcPr marL="165268" marR="165268" marT="165268" marB="1652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all" spc="150">
                          <a:solidFill>
                            <a:schemeClr val="lt1"/>
                          </a:solidFill>
                        </a:rPr>
                        <a:t>Enterprise</a:t>
                      </a:r>
                    </a:p>
                  </a:txBody>
                  <a:tcPr marL="165268" marR="165268" marT="165268" marB="1652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all" spc="150">
                          <a:solidFill>
                            <a:schemeClr val="lt1"/>
                          </a:solidFill>
                        </a:rPr>
                        <a:t>Business Critical</a:t>
                      </a:r>
                    </a:p>
                  </a:txBody>
                  <a:tcPr marL="165268" marR="165268" marT="165268" marB="1652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cap="all" spc="150">
                          <a:solidFill>
                            <a:schemeClr val="lt1"/>
                          </a:solidFill>
                        </a:rPr>
                        <a:t>Virtual Private Snowflake</a:t>
                      </a:r>
                    </a:p>
                  </a:txBody>
                  <a:tcPr marL="165268" marR="165268" marT="165268" marB="1652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374056"/>
                  </a:ext>
                </a:extLst>
              </a:tr>
              <a:tr h="30447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Hybrid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Authentication/Authorization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Encryption (in-flight/at-rest)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Virtual warehouses (scalable compute)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Native handling of JSON, Parquet, etc.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Time Travel and Fail-safe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Much more!</a:t>
                      </a:r>
                    </a:p>
                  </a:txBody>
                  <a:tcPr marL="165268" marR="165268" marT="165268" marB="16526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All Standard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Multi-cluster compute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Granular governance and privacy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Extended time-travel windows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Query acceleration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Search optimization service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Much more!</a:t>
                      </a:r>
                    </a:p>
                  </a:txBody>
                  <a:tcPr marL="165268" marR="165268" marT="165268" marB="16526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All Enterprise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Fail-over and fallback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Tri-secret (authentication + Snowflake key + customer-key)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Private connectivity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Much more!</a:t>
                      </a:r>
                    </a:p>
                  </a:txBody>
                  <a:tcPr marL="165268" marR="165268" marT="165268" marB="16526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Most Business Critical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Dedicated compute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Removes marketplace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Removes public listings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Removes collaborative “clean rooms”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5268" marR="165268" marT="165268" marB="16526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178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98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28456-AE9F-32AE-1E80-993D5146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192263-979E-C25C-0274-4C8FCA560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94137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873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CF9EB-A6F4-B56D-3B92-67C9492D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Database Objects</a:t>
            </a:r>
            <a:endParaRPr lang="en-US" sz="5400" dirty="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4C7B608-59E0-E111-5936-9A261B8DDA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769270"/>
              </p:ext>
            </p:extLst>
          </p:nvPr>
        </p:nvGraphicFramePr>
        <p:xfrm>
          <a:off x="923534" y="2228087"/>
          <a:ext cx="10344931" cy="394888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5283204">
                  <a:extLst>
                    <a:ext uri="{9D8B030D-6E8A-4147-A177-3AD203B41FA5}">
                      <a16:colId xmlns:a16="http://schemas.microsoft.com/office/drawing/2014/main" val="1059828030"/>
                    </a:ext>
                  </a:extLst>
                </a:gridCol>
                <a:gridCol w="5061727">
                  <a:extLst>
                    <a:ext uri="{9D8B030D-6E8A-4147-A177-3AD203B41FA5}">
                      <a16:colId xmlns:a16="http://schemas.microsoft.com/office/drawing/2014/main" val="3048774712"/>
                    </a:ext>
                  </a:extLst>
                </a:gridCol>
              </a:tblGrid>
              <a:tr h="469619">
                <a:tc>
                  <a:txBody>
                    <a:bodyPr/>
                    <a:lstStyle/>
                    <a:p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19446" marR="91882" marT="91882" marB="91882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19446" marR="91882" marT="91882" marB="9188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927109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Database, Schema</a:t>
                      </a:r>
                    </a:p>
                  </a:txBody>
                  <a:tcPr marL="119446" marR="91882" marT="91882" marB="91882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Containers of organization</a:t>
                      </a:r>
                    </a:p>
                  </a:txBody>
                  <a:tcPr marL="119446" marR="91882" marT="91882" marB="91882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522162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Stages (internal/external)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Storage for files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773615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Table, Views</a:t>
                      </a:r>
                    </a:p>
                  </a:txBody>
                  <a:tcPr marL="119446" marR="91882" marT="91882" marB="91882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More on table types next slide</a:t>
                      </a:r>
                    </a:p>
                  </a:txBody>
                  <a:tcPr marL="119446" marR="91882" marT="91882" marB="91882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48267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Stored Procedures, UDF (scalar), UDTF (rows)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Procedural logic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257196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Streams</a:t>
                      </a:r>
                    </a:p>
                  </a:txBody>
                  <a:tcPr marL="119446" marR="91882" marT="91882" marB="91882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Change-data capture</a:t>
                      </a:r>
                    </a:p>
                  </a:txBody>
                  <a:tcPr marL="119446" marR="91882" marT="91882" marB="91882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301611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Tasks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Schedules work, can be chained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5305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Pipes</a:t>
                      </a:r>
                    </a:p>
                  </a:txBody>
                  <a:tcPr marL="119446" marR="91882" marT="91882" marB="91882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Continuous data loading (streaming)</a:t>
                      </a:r>
                    </a:p>
                  </a:txBody>
                  <a:tcPr marL="119446" marR="91882" marT="91882" marB="91882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625099"/>
                  </a:ext>
                </a:extLst>
              </a:tr>
              <a:tr h="43490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Shares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 secure way to share data</a:t>
                      </a:r>
                    </a:p>
                  </a:txBody>
                  <a:tcPr marL="119446" marR="91882" marT="91882" marB="91882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46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00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E7A4E-1FBA-CC49-038D-75E5B5EF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 dirty="0"/>
              <a:t>Table Types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2EAF0CB-9461-6418-59A7-99D754EBA6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369758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8918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362F5-3035-3E4C-AD28-2150E540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Storage Concepts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B40CB560-CB10-261A-FBEA-475B5B8A91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3557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31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82F70-AB8B-5FD6-0696-616E1826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11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</TotalTime>
  <Words>589</Words>
  <Application>Microsoft Office PowerPoint</Application>
  <PresentationFormat>Widescreen</PresentationFormat>
  <Paragraphs>118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SnowPro Study Group</vt:lpstr>
      <vt:lpstr>Lance England</vt:lpstr>
      <vt:lpstr>New SnowPro exam coming Feb 2026!</vt:lpstr>
      <vt:lpstr>Learning Approach</vt:lpstr>
      <vt:lpstr>Group Website</vt:lpstr>
      <vt:lpstr>Other Resources</vt:lpstr>
      <vt:lpstr>Architecture</vt:lpstr>
      <vt:lpstr>Key Concept</vt:lpstr>
      <vt:lpstr>Editions</vt:lpstr>
      <vt:lpstr>Key Tools</vt:lpstr>
      <vt:lpstr>Database Objects</vt:lpstr>
      <vt:lpstr>Table Types</vt:lpstr>
      <vt:lpstr>Storage Concepts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Lance England</dc:creator>
  <cp:lastModifiedBy>Lance England</cp:lastModifiedBy>
  <cp:revision>26</cp:revision>
  <dcterms:created xsi:type="dcterms:W3CDTF">2026-01-19T17:24:16Z</dcterms:created>
  <dcterms:modified xsi:type="dcterms:W3CDTF">2026-01-25T01:55:21Z</dcterms:modified>
</cp:coreProperties>
</file>